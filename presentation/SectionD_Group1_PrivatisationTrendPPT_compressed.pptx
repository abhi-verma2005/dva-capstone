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72F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72F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72F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rgbClr val="372F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805" y="725069"/>
            <a:ext cx="17034258" cy="88360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1437" y="3415131"/>
            <a:ext cx="7672562" cy="462841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7029547"/>
            <a:ext cx="4282440" cy="3257550"/>
          </a:xfrm>
          <a:custGeom>
            <a:avLst/>
            <a:gdLst/>
            <a:ahLst/>
            <a:cxnLst/>
            <a:rect l="l" t="t" r="r" b="b"/>
            <a:pathLst>
              <a:path w="4282440" h="3257550">
                <a:moveTo>
                  <a:pt x="1616914" y="3257452"/>
                </a:moveTo>
                <a:lnTo>
                  <a:pt x="0" y="1442551"/>
                </a:lnTo>
                <a:lnTo>
                  <a:pt x="0" y="1051597"/>
                </a:lnTo>
                <a:lnTo>
                  <a:pt x="443241" y="839844"/>
                </a:lnTo>
                <a:lnTo>
                  <a:pt x="462810" y="831011"/>
                </a:lnTo>
                <a:lnTo>
                  <a:pt x="481781" y="816504"/>
                </a:lnTo>
                <a:lnTo>
                  <a:pt x="499317" y="797099"/>
                </a:lnTo>
                <a:lnTo>
                  <a:pt x="514583" y="773573"/>
                </a:lnTo>
                <a:lnTo>
                  <a:pt x="518111" y="739926"/>
                </a:lnTo>
                <a:lnTo>
                  <a:pt x="516083" y="703651"/>
                </a:lnTo>
                <a:lnTo>
                  <a:pt x="512502" y="665705"/>
                </a:lnTo>
                <a:lnTo>
                  <a:pt x="511370" y="627041"/>
                </a:lnTo>
                <a:lnTo>
                  <a:pt x="519522" y="588793"/>
                </a:lnTo>
                <a:lnTo>
                  <a:pt x="560026" y="533186"/>
                </a:lnTo>
                <a:lnTo>
                  <a:pt x="623297" y="497552"/>
                </a:lnTo>
                <a:lnTo>
                  <a:pt x="659906" y="484269"/>
                </a:lnTo>
                <a:lnTo>
                  <a:pt x="697931" y="472431"/>
                </a:lnTo>
                <a:lnTo>
                  <a:pt x="735947" y="460857"/>
                </a:lnTo>
                <a:lnTo>
                  <a:pt x="772527" y="448363"/>
                </a:lnTo>
                <a:lnTo>
                  <a:pt x="835681" y="415889"/>
                </a:lnTo>
                <a:lnTo>
                  <a:pt x="875991" y="365548"/>
                </a:lnTo>
                <a:lnTo>
                  <a:pt x="884017" y="330722"/>
                </a:lnTo>
                <a:lnTo>
                  <a:pt x="883436" y="313610"/>
                </a:lnTo>
                <a:lnTo>
                  <a:pt x="882257" y="290824"/>
                </a:lnTo>
                <a:lnTo>
                  <a:pt x="882750" y="266485"/>
                </a:lnTo>
                <a:lnTo>
                  <a:pt x="908364" y="214139"/>
                </a:lnTo>
                <a:lnTo>
                  <a:pt x="975333" y="186194"/>
                </a:lnTo>
                <a:lnTo>
                  <a:pt x="1010134" y="180344"/>
                </a:lnTo>
                <a:lnTo>
                  <a:pt x="1064414" y="165917"/>
                </a:lnTo>
                <a:lnTo>
                  <a:pt x="1114163" y="144624"/>
                </a:lnTo>
                <a:lnTo>
                  <a:pt x="1158884" y="116925"/>
                </a:lnTo>
                <a:lnTo>
                  <a:pt x="1198083" y="83282"/>
                </a:lnTo>
                <a:lnTo>
                  <a:pt x="1224019" y="52695"/>
                </a:lnTo>
                <a:lnTo>
                  <a:pt x="1224361" y="52293"/>
                </a:lnTo>
                <a:lnTo>
                  <a:pt x="1225044" y="51487"/>
                </a:lnTo>
                <a:lnTo>
                  <a:pt x="1225647" y="50776"/>
                </a:lnTo>
                <a:lnTo>
                  <a:pt x="1226131" y="50205"/>
                </a:lnTo>
                <a:lnTo>
                  <a:pt x="1226563" y="49696"/>
                </a:lnTo>
                <a:lnTo>
                  <a:pt x="1227027" y="49149"/>
                </a:lnTo>
                <a:lnTo>
                  <a:pt x="1227521" y="48567"/>
                </a:lnTo>
                <a:lnTo>
                  <a:pt x="1228043" y="47950"/>
                </a:lnTo>
                <a:lnTo>
                  <a:pt x="1228606" y="47286"/>
                </a:lnTo>
                <a:lnTo>
                  <a:pt x="1229168" y="46623"/>
                </a:lnTo>
                <a:lnTo>
                  <a:pt x="1229768" y="45917"/>
                </a:lnTo>
                <a:lnTo>
                  <a:pt x="1230389" y="45184"/>
                </a:lnTo>
                <a:lnTo>
                  <a:pt x="1230591" y="44946"/>
                </a:lnTo>
                <a:lnTo>
                  <a:pt x="1231263" y="44153"/>
                </a:lnTo>
                <a:lnTo>
                  <a:pt x="1257931" y="0"/>
                </a:lnTo>
                <a:lnTo>
                  <a:pt x="1285144" y="39355"/>
                </a:lnTo>
                <a:lnTo>
                  <a:pt x="1316478" y="76440"/>
                </a:lnTo>
                <a:lnTo>
                  <a:pt x="1467349" y="238856"/>
                </a:lnTo>
                <a:lnTo>
                  <a:pt x="1769308" y="603737"/>
                </a:lnTo>
                <a:lnTo>
                  <a:pt x="2033375" y="911490"/>
                </a:lnTo>
                <a:lnTo>
                  <a:pt x="2130759" y="1022036"/>
                </a:lnTo>
                <a:lnTo>
                  <a:pt x="2130365" y="1021612"/>
                </a:lnTo>
                <a:lnTo>
                  <a:pt x="2264574" y="1171213"/>
                </a:lnTo>
                <a:lnTo>
                  <a:pt x="2263281" y="1169820"/>
                </a:lnTo>
                <a:lnTo>
                  <a:pt x="2332895" y="1246155"/>
                </a:lnTo>
                <a:lnTo>
                  <a:pt x="4200976" y="3257452"/>
                </a:lnTo>
                <a:lnTo>
                  <a:pt x="1616914" y="3257452"/>
                </a:lnTo>
                <a:close/>
              </a:path>
              <a:path w="4282440" h="3257550">
                <a:moveTo>
                  <a:pt x="1467349" y="238856"/>
                </a:moveTo>
                <a:lnTo>
                  <a:pt x="1316478" y="76440"/>
                </a:lnTo>
                <a:lnTo>
                  <a:pt x="1349603" y="108747"/>
                </a:lnTo>
                <a:lnTo>
                  <a:pt x="1382189" y="133767"/>
                </a:lnTo>
                <a:lnTo>
                  <a:pt x="1467349" y="238856"/>
                </a:lnTo>
                <a:close/>
              </a:path>
              <a:path w="4282440" h="3257550">
                <a:moveTo>
                  <a:pt x="4200976" y="3257452"/>
                </a:moveTo>
                <a:lnTo>
                  <a:pt x="2475377" y="1399808"/>
                </a:lnTo>
                <a:lnTo>
                  <a:pt x="2557562" y="1487512"/>
                </a:lnTo>
                <a:lnTo>
                  <a:pt x="2684998" y="1622423"/>
                </a:lnTo>
                <a:lnTo>
                  <a:pt x="3646094" y="2616646"/>
                </a:lnTo>
                <a:lnTo>
                  <a:pt x="4281953" y="3257452"/>
                </a:lnTo>
                <a:lnTo>
                  <a:pt x="4200976" y="3257452"/>
                </a:lnTo>
                <a:close/>
              </a:path>
            </a:pathLst>
          </a:custGeom>
          <a:solidFill>
            <a:srgbClr val="372F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7034199"/>
            <a:ext cx="3977640" cy="3253104"/>
          </a:xfrm>
          <a:custGeom>
            <a:avLst/>
            <a:gdLst/>
            <a:ahLst/>
            <a:cxnLst/>
            <a:rect l="l" t="t" r="r" b="b"/>
            <a:pathLst>
              <a:path w="3977640" h="3253104">
                <a:moveTo>
                  <a:pt x="137947" y="1594853"/>
                </a:moveTo>
                <a:lnTo>
                  <a:pt x="0" y="1366748"/>
                </a:lnTo>
                <a:lnTo>
                  <a:pt x="0" y="1398016"/>
                </a:lnTo>
                <a:lnTo>
                  <a:pt x="0" y="1439494"/>
                </a:lnTo>
                <a:lnTo>
                  <a:pt x="73647" y="1522450"/>
                </a:lnTo>
                <a:lnTo>
                  <a:pt x="137947" y="1594853"/>
                </a:lnTo>
                <a:close/>
              </a:path>
              <a:path w="3977640" h="3253104">
                <a:moveTo>
                  <a:pt x="3977144" y="2954871"/>
                </a:moveTo>
                <a:lnTo>
                  <a:pt x="3971328" y="2949041"/>
                </a:lnTo>
                <a:lnTo>
                  <a:pt x="3956647" y="2934322"/>
                </a:lnTo>
                <a:lnTo>
                  <a:pt x="3954005" y="2931655"/>
                </a:lnTo>
                <a:lnTo>
                  <a:pt x="3940708" y="2918307"/>
                </a:lnTo>
                <a:lnTo>
                  <a:pt x="3791178" y="3008731"/>
                </a:lnTo>
                <a:lnTo>
                  <a:pt x="3790950" y="3008350"/>
                </a:lnTo>
                <a:lnTo>
                  <a:pt x="3789210" y="3009404"/>
                </a:lnTo>
                <a:lnTo>
                  <a:pt x="3598189" y="2693543"/>
                </a:lnTo>
                <a:lnTo>
                  <a:pt x="3506317" y="2541651"/>
                </a:lnTo>
                <a:lnTo>
                  <a:pt x="3506711" y="2541409"/>
                </a:lnTo>
                <a:lnTo>
                  <a:pt x="3505657" y="2539682"/>
                </a:lnTo>
                <a:lnTo>
                  <a:pt x="3548024" y="2514066"/>
                </a:lnTo>
                <a:lnTo>
                  <a:pt x="3543236" y="2508974"/>
                </a:lnTo>
                <a:lnTo>
                  <a:pt x="3530168" y="2494991"/>
                </a:lnTo>
                <a:lnTo>
                  <a:pt x="3518281" y="2482278"/>
                </a:lnTo>
                <a:lnTo>
                  <a:pt x="3506406" y="2469591"/>
                </a:lnTo>
                <a:lnTo>
                  <a:pt x="3474821" y="2488692"/>
                </a:lnTo>
                <a:lnTo>
                  <a:pt x="3398913" y="2363165"/>
                </a:lnTo>
                <a:lnTo>
                  <a:pt x="3359289" y="2324100"/>
                </a:lnTo>
                <a:lnTo>
                  <a:pt x="3339960" y="2303399"/>
                </a:lnTo>
                <a:lnTo>
                  <a:pt x="3264344" y="2222347"/>
                </a:lnTo>
                <a:lnTo>
                  <a:pt x="3238208" y="2194331"/>
                </a:lnTo>
                <a:lnTo>
                  <a:pt x="3431679" y="2514269"/>
                </a:lnTo>
                <a:lnTo>
                  <a:pt x="2963545" y="2797378"/>
                </a:lnTo>
                <a:lnTo>
                  <a:pt x="2963316" y="2796984"/>
                </a:lnTo>
                <a:lnTo>
                  <a:pt x="2961576" y="2798038"/>
                </a:lnTo>
                <a:lnTo>
                  <a:pt x="2910586" y="2713723"/>
                </a:lnTo>
                <a:lnTo>
                  <a:pt x="2910586" y="2828887"/>
                </a:lnTo>
                <a:lnTo>
                  <a:pt x="2450922" y="3106877"/>
                </a:lnTo>
                <a:lnTo>
                  <a:pt x="2290661" y="2841879"/>
                </a:lnTo>
                <a:lnTo>
                  <a:pt x="2168029" y="2639136"/>
                </a:lnTo>
                <a:lnTo>
                  <a:pt x="2627693" y="2361133"/>
                </a:lnTo>
                <a:lnTo>
                  <a:pt x="2910586" y="2828887"/>
                </a:lnTo>
                <a:lnTo>
                  <a:pt x="2910586" y="2713723"/>
                </a:lnTo>
                <a:lnTo>
                  <a:pt x="2770568" y="2482177"/>
                </a:lnTo>
                <a:lnTo>
                  <a:pt x="2678696" y="2330285"/>
                </a:lnTo>
                <a:lnTo>
                  <a:pt x="2679090" y="2330043"/>
                </a:lnTo>
                <a:lnTo>
                  <a:pt x="2678506" y="2329091"/>
                </a:lnTo>
                <a:lnTo>
                  <a:pt x="3115399" y="2075497"/>
                </a:lnTo>
                <a:lnTo>
                  <a:pt x="3106674" y="2066112"/>
                </a:lnTo>
                <a:lnTo>
                  <a:pt x="3075394" y="2032292"/>
                </a:lnTo>
                <a:lnTo>
                  <a:pt x="2653373" y="2287524"/>
                </a:lnTo>
                <a:lnTo>
                  <a:pt x="2604262" y="2206333"/>
                </a:lnTo>
                <a:lnTo>
                  <a:pt x="2604262" y="2302776"/>
                </a:lnTo>
                <a:lnTo>
                  <a:pt x="2136305" y="2585783"/>
                </a:lnTo>
                <a:lnTo>
                  <a:pt x="2082965" y="2497594"/>
                </a:lnTo>
                <a:lnTo>
                  <a:pt x="2082965" y="2617533"/>
                </a:lnTo>
                <a:lnTo>
                  <a:pt x="1623288" y="2895511"/>
                </a:lnTo>
                <a:lnTo>
                  <a:pt x="1463040" y="2630525"/>
                </a:lnTo>
                <a:lnTo>
                  <a:pt x="1340396" y="2427770"/>
                </a:lnTo>
                <a:lnTo>
                  <a:pt x="1800085" y="2149767"/>
                </a:lnTo>
                <a:lnTo>
                  <a:pt x="2082965" y="2617533"/>
                </a:lnTo>
                <a:lnTo>
                  <a:pt x="2082965" y="2497594"/>
                </a:lnTo>
                <a:lnTo>
                  <a:pt x="1951215" y="2279739"/>
                </a:lnTo>
                <a:lnTo>
                  <a:pt x="1858289" y="2126119"/>
                </a:lnTo>
                <a:lnTo>
                  <a:pt x="2326449" y="1842998"/>
                </a:lnTo>
                <a:lnTo>
                  <a:pt x="2326678" y="1843366"/>
                </a:lnTo>
                <a:lnTo>
                  <a:pt x="2328227" y="1842427"/>
                </a:lnTo>
                <a:lnTo>
                  <a:pt x="2604262" y="2302776"/>
                </a:lnTo>
                <a:lnTo>
                  <a:pt x="2604262" y="2206333"/>
                </a:lnTo>
                <a:lnTo>
                  <a:pt x="2462111" y="1971281"/>
                </a:lnTo>
                <a:lnTo>
                  <a:pt x="2369185" y="1817662"/>
                </a:lnTo>
                <a:lnTo>
                  <a:pt x="2685973" y="1626082"/>
                </a:lnTo>
                <a:lnTo>
                  <a:pt x="2683332" y="1623237"/>
                </a:lnTo>
                <a:lnTo>
                  <a:pt x="2656802" y="1594459"/>
                </a:lnTo>
                <a:lnTo>
                  <a:pt x="2651277" y="1588465"/>
                </a:lnTo>
                <a:lnTo>
                  <a:pt x="2651137" y="1588554"/>
                </a:lnTo>
                <a:lnTo>
                  <a:pt x="2353830" y="1768348"/>
                </a:lnTo>
                <a:lnTo>
                  <a:pt x="2295601" y="1672069"/>
                </a:lnTo>
                <a:lnTo>
                  <a:pt x="2295601" y="1791995"/>
                </a:lnTo>
                <a:lnTo>
                  <a:pt x="1827466" y="2075129"/>
                </a:lnTo>
                <a:lnTo>
                  <a:pt x="1827237" y="2074735"/>
                </a:lnTo>
                <a:lnTo>
                  <a:pt x="1825498" y="2075789"/>
                </a:lnTo>
                <a:lnTo>
                  <a:pt x="1784718" y="2008365"/>
                </a:lnTo>
                <a:lnTo>
                  <a:pt x="1784718" y="2100465"/>
                </a:lnTo>
                <a:lnTo>
                  <a:pt x="1314843" y="2384615"/>
                </a:lnTo>
                <a:lnTo>
                  <a:pt x="1123594" y="2068372"/>
                </a:lnTo>
                <a:lnTo>
                  <a:pt x="1031722" y="1916480"/>
                </a:lnTo>
                <a:lnTo>
                  <a:pt x="1032116" y="1916239"/>
                </a:lnTo>
                <a:lnTo>
                  <a:pt x="1031062" y="1914512"/>
                </a:lnTo>
                <a:lnTo>
                  <a:pt x="1498815" y="1631632"/>
                </a:lnTo>
                <a:lnTo>
                  <a:pt x="1499057" y="1632013"/>
                </a:lnTo>
                <a:lnTo>
                  <a:pt x="1500771" y="1630984"/>
                </a:lnTo>
                <a:lnTo>
                  <a:pt x="1784718" y="2100465"/>
                </a:lnTo>
                <a:lnTo>
                  <a:pt x="1784718" y="2008365"/>
                </a:lnTo>
                <a:lnTo>
                  <a:pt x="1634490" y="1759927"/>
                </a:lnTo>
                <a:lnTo>
                  <a:pt x="1541564" y="1606308"/>
                </a:lnTo>
                <a:lnTo>
                  <a:pt x="2011451" y="1322133"/>
                </a:lnTo>
                <a:lnTo>
                  <a:pt x="2295601" y="1791995"/>
                </a:lnTo>
                <a:lnTo>
                  <a:pt x="2295601" y="1672069"/>
                </a:lnTo>
                <a:lnTo>
                  <a:pt x="2193582" y="1503362"/>
                </a:lnTo>
                <a:lnTo>
                  <a:pt x="2070938" y="1300594"/>
                </a:lnTo>
                <a:lnTo>
                  <a:pt x="2269109" y="1180744"/>
                </a:lnTo>
                <a:lnTo>
                  <a:pt x="2255837" y="1165987"/>
                </a:lnTo>
                <a:lnTo>
                  <a:pt x="2239695" y="1147902"/>
                </a:lnTo>
                <a:lnTo>
                  <a:pt x="2237790" y="1145768"/>
                </a:lnTo>
                <a:lnTo>
                  <a:pt x="2227008" y="1133690"/>
                </a:lnTo>
                <a:lnTo>
                  <a:pt x="2226729" y="1133856"/>
                </a:lnTo>
                <a:lnTo>
                  <a:pt x="2226272" y="1134135"/>
                </a:lnTo>
                <a:lnTo>
                  <a:pt x="2038832" y="1247495"/>
                </a:lnTo>
                <a:lnTo>
                  <a:pt x="2038604" y="1247101"/>
                </a:lnTo>
                <a:lnTo>
                  <a:pt x="2036864" y="1248156"/>
                </a:lnTo>
                <a:lnTo>
                  <a:pt x="1985873" y="1163853"/>
                </a:lnTo>
                <a:lnTo>
                  <a:pt x="1985873" y="1278991"/>
                </a:lnTo>
                <a:lnTo>
                  <a:pt x="1526209" y="1556994"/>
                </a:lnTo>
                <a:lnTo>
                  <a:pt x="1467980" y="1460715"/>
                </a:lnTo>
                <a:lnTo>
                  <a:pt x="1467980" y="1580654"/>
                </a:lnTo>
                <a:lnTo>
                  <a:pt x="1000226" y="1863521"/>
                </a:lnTo>
                <a:lnTo>
                  <a:pt x="815149" y="1557477"/>
                </a:lnTo>
                <a:lnTo>
                  <a:pt x="722223" y="1403858"/>
                </a:lnTo>
                <a:lnTo>
                  <a:pt x="1189977" y="1120978"/>
                </a:lnTo>
                <a:lnTo>
                  <a:pt x="1467980" y="1580654"/>
                </a:lnTo>
                <a:lnTo>
                  <a:pt x="1467980" y="1460715"/>
                </a:lnTo>
                <a:lnTo>
                  <a:pt x="1365948" y="1291996"/>
                </a:lnTo>
                <a:lnTo>
                  <a:pt x="1243304" y="1089240"/>
                </a:lnTo>
                <a:lnTo>
                  <a:pt x="1701266" y="812292"/>
                </a:lnTo>
                <a:lnTo>
                  <a:pt x="1701495" y="812660"/>
                </a:lnTo>
                <a:lnTo>
                  <a:pt x="1703209" y="811618"/>
                </a:lnTo>
                <a:lnTo>
                  <a:pt x="1985873" y="1278991"/>
                </a:lnTo>
                <a:lnTo>
                  <a:pt x="1985873" y="1163853"/>
                </a:lnTo>
                <a:lnTo>
                  <a:pt x="1845843" y="932294"/>
                </a:lnTo>
                <a:lnTo>
                  <a:pt x="1754200" y="780796"/>
                </a:lnTo>
                <a:lnTo>
                  <a:pt x="1861159" y="716102"/>
                </a:lnTo>
                <a:lnTo>
                  <a:pt x="1855431" y="709523"/>
                </a:lnTo>
                <a:lnTo>
                  <a:pt x="1851863" y="705408"/>
                </a:lnTo>
                <a:lnTo>
                  <a:pt x="1827847" y="677646"/>
                </a:lnTo>
                <a:lnTo>
                  <a:pt x="1827479" y="677875"/>
                </a:lnTo>
                <a:lnTo>
                  <a:pt x="1728647" y="737641"/>
                </a:lnTo>
                <a:lnTo>
                  <a:pt x="1669148" y="639267"/>
                </a:lnTo>
                <a:lnTo>
                  <a:pt x="1669148" y="759193"/>
                </a:lnTo>
                <a:lnTo>
                  <a:pt x="1211580" y="1035900"/>
                </a:lnTo>
                <a:lnTo>
                  <a:pt x="1158240" y="947699"/>
                </a:lnTo>
                <a:lnTo>
                  <a:pt x="1158240" y="1067625"/>
                </a:lnTo>
                <a:lnTo>
                  <a:pt x="688365" y="1351800"/>
                </a:lnTo>
                <a:lnTo>
                  <a:pt x="498411" y="1037666"/>
                </a:lnTo>
                <a:lnTo>
                  <a:pt x="405485" y="884047"/>
                </a:lnTo>
                <a:lnTo>
                  <a:pt x="875372" y="599884"/>
                </a:lnTo>
                <a:lnTo>
                  <a:pt x="1158240" y="1067625"/>
                </a:lnTo>
                <a:lnTo>
                  <a:pt x="1158240" y="947699"/>
                </a:lnTo>
                <a:lnTo>
                  <a:pt x="1026502" y="729856"/>
                </a:lnTo>
                <a:lnTo>
                  <a:pt x="934859" y="578345"/>
                </a:lnTo>
                <a:lnTo>
                  <a:pt x="1392415" y="301625"/>
                </a:lnTo>
                <a:lnTo>
                  <a:pt x="1669148" y="759193"/>
                </a:lnTo>
                <a:lnTo>
                  <a:pt x="1669148" y="639267"/>
                </a:lnTo>
                <a:lnTo>
                  <a:pt x="1537398" y="421398"/>
                </a:lnTo>
                <a:lnTo>
                  <a:pt x="1445526" y="269506"/>
                </a:lnTo>
                <a:lnTo>
                  <a:pt x="1445920" y="269265"/>
                </a:lnTo>
                <a:lnTo>
                  <a:pt x="1444866" y="267538"/>
                </a:lnTo>
                <a:lnTo>
                  <a:pt x="1474685" y="249504"/>
                </a:lnTo>
                <a:lnTo>
                  <a:pt x="1470126" y="244132"/>
                </a:lnTo>
                <a:lnTo>
                  <a:pt x="1451279" y="221805"/>
                </a:lnTo>
                <a:lnTo>
                  <a:pt x="1445094" y="214477"/>
                </a:lnTo>
                <a:lnTo>
                  <a:pt x="1435747" y="203415"/>
                </a:lnTo>
                <a:lnTo>
                  <a:pt x="1414030" y="216547"/>
                </a:lnTo>
                <a:lnTo>
                  <a:pt x="1357020" y="122275"/>
                </a:lnTo>
                <a:lnTo>
                  <a:pt x="1354505" y="118110"/>
                </a:lnTo>
                <a:lnTo>
                  <a:pt x="1349616" y="114300"/>
                </a:lnTo>
                <a:lnTo>
                  <a:pt x="1326261" y="87452"/>
                </a:lnTo>
                <a:lnTo>
                  <a:pt x="1317917" y="77863"/>
                </a:lnTo>
                <a:lnTo>
                  <a:pt x="1316482" y="76200"/>
                </a:lnTo>
                <a:lnTo>
                  <a:pt x="1315237" y="74688"/>
                </a:lnTo>
                <a:lnTo>
                  <a:pt x="1285151" y="38100"/>
                </a:lnTo>
                <a:lnTo>
                  <a:pt x="1257935" y="0"/>
                </a:lnTo>
                <a:lnTo>
                  <a:pt x="1246225" y="22301"/>
                </a:lnTo>
                <a:lnTo>
                  <a:pt x="1242390" y="29629"/>
                </a:lnTo>
                <a:lnTo>
                  <a:pt x="1370888" y="242125"/>
                </a:lnTo>
                <a:lnTo>
                  <a:pt x="902754" y="525246"/>
                </a:lnTo>
                <a:lnTo>
                  <a:pt x="902525" y="524852"/>
                </a:lnTo>
                <a:lnTo>
                  <a:pt x="900785" y="525907"/>
                </a:lnTo>
                <a:lnTo>
                  <a:pt x="836002" y="418769"/>
                </a:lnTo>
                <a:lnTo>
                  <a:pt x="835685" y="419100"/>
                </a:lnTo>
                <a:lnTo>
                  <a:pt x="819442" y="426110"/>
                </a:lnTo>
                <a:lnTo>
                  <a:pt x="806259" y="431800"/>
                </a:lnTo>
                <a:lnTo>
                  <a:pt x="797179" y="435216"/>
                </a:lnTo>
                <a:lnTo>
                  <a:pt x="780186" y="441617"/>
                </a:lnTo>
                <a:lnTo>
                  <a:pt x="849807" y="556742"/>
                </a:lnTo>
                <a:lnTo>
                  <a:pt x="516089" y="758558"/>
                </a:lnTo>
                <a:lnTo>
                  <a:pt x="514591" y="774700"/>
                </a:lnTo>
                <a:lnTo>
                  <a:pt x="509333" y="783450"/>
                </a:lnTo>
                <a:lnTo>
                  <a:pt x="499325" y="800100"/>
                </a:lnTo>
                <a:lnTo>
                  <a:pt x="481787" y="812800"/>
                </a:lnTo>
                <a:lnTo>
                  <a:pt x="462813" y="838200"/>
                </a:lnTo>
                <a:lnTo>
                  <a:pt x="443242" y="838200"/>
                </a:lnTo>
                <a:lnTo>
                  <a:pt x="403758" y="857262"/>
                </a:lnTo>
                <a:lnTo>
                  <a:pt x="399110" y="859510"/>
                </a:lnTo>
                <a:lnTo>
                  <a:pt x="394792" y="861606"/>
                </a:lnTo>
                <a:lnTo>
                  <a:pt x="392569" y="862672"/>
                </a:lnTo>
                <a:lnTo>
                  <a:pt x="366699" y="875169"/>
                </a:lnTo>
                <a:lnTo>
                  <a:pt x="357695" y="879513"/>
                </a:lnTo>
                <a:lnTo>
                  <a:pt x="355066" y="880783"/>
                </a:lnTo>
                <a:lnTo>
                  <a:pt x="349453" y="883488"/>
                </a:lnTo>
                <a:lnTo>
                  <a:pt x="347624" y="884377"/>
                </a:lnTo>
                <a:lnTo>
                  <a:pt x="56375" y="1025017"/>
                </a:lnTo>
                <a:lnTo>
                  <a:pt x="0" y="1059116"/>
                </a:lnTo>
                <a:lnTo>
                  <a:pt x="0" y="1090980"/>
                </a:lnTo>
                <a:lnTo>
                  <a:pt x="0" y="1121625"/>
                </a:lnTo>
                <a:lnTo>
                  <a:pt x="0" y="1128750"/>
                </a:lnTo>
                <a:lnTo>
                  <a:pt x="362750" y="909383"/>
                </a:lnTo>
                <a:lnTo>
                  <a:pt x="362978" y="909751"/>
                </a:lnTo>
                <a:lnTo>
                  <a:pt x="364693" y="908723"/>
                </a:lnTo>
                <a:lnTo>
                  <a:pt x="647585" y="1376464"/>
                </a:lnTo>
                <a:lnTo>
                  <a:pt x="647204" y="1376692"/>
                </a:lnTo>
                <a:lnTo>
                  <a:pt x="648246" y="1378432"/>
                </a:lnTo>
                <a:lnTo>
                  <a:pt x="191198" y="1654835"/>
                </a:lnTo>
                <a:lnTo>
                  <a:pt x="218605" y="1685696"/>
                </a:lnTo>
                <a:lnTo>
                  <a:pt x="225056" y="1692960"/>
                </a:lnTo>
                <a:lnTo>
                  <a:pt x="674192" y="1421345"/>
                </a:lnTo>
                <a:lnTo>
                  <a:pt x="957084" y="1889099"/>
                </a:lnTo>
                <a:lnTo>
                  <a:pt x="594118" y="2108606"/>
                </a:lnTo>
                <a:lnTo>
                  <a:pt x="606132" y="2122144"/>
                </a:lnTo>
                <a:lnTo>
                  <a:pt x="618998" y="2136648"/>
                </a:lnTo>
                <a:lnTo>
                  <a:pt x="622223" y="2140267"/>
                </a:lnTo>
                <a:lnTo>
                  <a:pt x="636016" y="2155799"/>
                </a:lnTo>
                <a:lnTo>
                  <a:pt x="978611" y="1948599"/>
                </a:lnTo>
                <a:lnTo>
                  <a:pt x="1255344" y="2406154"/>
                </a:lnTo>
                <a:lnTo>
                  <a:pt x="997026" y="2562377"/>
                </a:lnTo>
                <a:lnTo>
                  <a:pt x="1035621" y="2605849"/>
                </a:lnTo>
                <a:lnTo>
                  <a:pt x="1038923" y="2609558"/>
                </a:lnTo>
                <a:lnTo>
                  <a:pt x="1287462" y="2459266"/>
                </a:lnTo>
                <a:lnTo>
                  <a:pt x="1287691" y="2459634"/>
                </a:lnTo>
                <a:lnTo>
                  <a:pt x="1289405" y="2458593"/>
                </a:lnTo>
                <a:lnTo>
                  <a:pt x="1572298" y="2926346"/>
                </a:lnTo>
                <a:lnTo>
                  <a:pt x="1571917" y="2926575"/>
                </a:lnTo>
                <a:lnTo>
                  <a:pt x="1572958" y="2928315"/>
                </a:lnTo>
                <a:lnTo>
                  <a:pt x="1409649" y="3027083"/>
                </a:lnTo>
                <a:lnTo>
                  <a:pt x="1429372" y="3049308"/>
                </a:lnTo>
                <a:lnTo>
                  <a:pt x="1441831" y="3063329"/>
                </a:lnTo>
                <a:lnTo>
                  <a:pt x="1597634" y="2969120"/>
                </a:lnTo>
                <a:lnTo>
                  <a:pt x="1769211" y="3252813"/>
                </a:lnTo>
                <a:lnTo>
                  <a:pt x="1777060" y="3252813"/>
                </a:lnTo>
                <a:lnTo>
                  <a:pt x="1804708" y="3252813"/>
                </a:lnTo>
                <a:lnTo>
                  <a:pt x="1827822" y="3252813"/>
                </a:lnTo>
                <a:lnTo>
                  <a:pt x="1739861" y="3107359"/>
                </a:lnTo>
                <a:lnTo>
                  <a:pt x="1646923" y="2953740"/>
                </a:lnTo>
                <a:lnTo>
                  <a:pt x="2114689" y="2670860"/>
                </a:lnTo>
                <a:lnTo>
                  <a:pt x="2392692" y="3130537"/>
                </a:lnTo>
                <a:lnTo>
                  <a:pt x="2190496" y="3252813"/>
                </a:lnTo>
                <a:lnTo>
                  <a:pt x="2228862" y="3252813"/>
                </a:lnTo>
                <a:lnTo>
                  <a:pt x="2298903" y="3252813"/>
                </a:lnTo>
                <a:lnTo>
                  <a:pt x="2305647" y="3252813"/>
                </a:lnTo>
                <a:lnTo>
                  <a:pt x="2423541" y="3181527"/>
                </a:lnTo>
                <a:lnTo>
                  <a:pt x="2423769" y="3181896"/>
                </a:lnTo>
                <a:lnTo>
                  <a:pt x="2425484" y="3180854"/>
                </a:lnTo>
                <a:lnTo>
                  <a:pt x="2469019" y="3252813"/>
                </a:lnTo>
                <a:lnTo>
                  <a:pt x="2479573" y="3252813"/>
                </a:lnTo>
                <a:lnTo>
                  <a:pt x="2506256" y="3252813"/>
                </a:lnTo>
                <a:lnTo>
                  <a:pt x="2507208" y="3252813"/>
                </a:lnTo>
                <a:lnTo>
                  <a:pt x="2524734" y="3252813"/>
                </a:lnTo>
                <a:lnTo>
                  <a:pt x="2466289" y="3156191"/>
                </a:lnTo>
                <a:lnTo>
                  <a:pt x="2936163" y="2872016"/>
                </a:lnTo>
                <a:lnTo>
                  <a:pt x="3166453" y="3252813"/>
                </a:lnTo>
                <a:lnTo>
                  <a:pt x="3173057" y="3252813"/>
                </a:lnTo>
                <a:lnTo>
                  <a:pt x="3214522" y="3252813"/>
                </a:lnTo>
                <a:lnTo>
                  <a:pt x="3238982" y="3252813"/>
                </a:lnTo>
                <a:lnTo>
                  <a:pt x="3118294" y="3053245"/>
                </a:lnTo>
                <a:lnTo>
                  <a:pt x="2995650" y="2850477"/>
                </a:lnTo>
                <a:lnTo>
                  <a:pt x="3453219" y="2573769"/>
                </a:lnTo>
                <a:lnTo>
                  <a:pt x="3736098" y="3041523"/>
                </a:lnTo>
                <a:lnTo>
                  <a:pt x="3386734" y="3252813"/>
                </a:lnTo>
                <a:lnTo>
                  <a:pt x="3398304" y="3252813"/>
                </a:lnTo>
                <a:lnTo>
                  <a:pt x="3473424" y="3252813"/>
                </a:lnTo>
                <a:lnTo>
                  <a:pt x="3483635" y="3252813"/>
                </a:lnTo>
                <a:lnTo>
                  <a:pt x="3762057" y="3084436"/>
                </a:lnTo>
                <a:lnTo>
                  <a:pt x="3762286" y="3084804"/>
                </a:lnTo>
                <a:lnTo>
                  <a:pt x="3764013" y="3083763"/>
                </a:lnTo>
                <a:lnTo>
                  <a:pt x="3866261" y="3252813"/>
                </a:lnTo>
                <a:lnTo>
                  <a:pt x="3875570" y="3252813"/>
                </a:lnTo>
                <a:lnTo>
                  <a:pt x="3917035" y="3252813"/>
                </a:lnTo>
                <a:lnTo>
                  <a:pt x="3934955" y="3252813"/>
                </a:lnTo>
                <a:lnTo>
                  <a:pt x="3938790" y="3252813"/>
                </a:lnTo>
                <a:lnTo>
                  <a:pt x="3817112" y="3051657"/>
                </a:lnTo>
                <a:lnTo>
                  <a:pt x="3977144" y="2954871"/>
                </a:lnTo>
                <a:close/>
              </a:path>
            </a:pathLst>
          </a:custGeom>
          <a:solidFill>
            <a:srgbClr val="6249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6805" y="725070"/>
            <a:ext cx="17034258" cy="8836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8564" y="1133228"/>
            <a:ext cx="12848015" cy="17316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rgbClr val="372F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89300" y="3168282"/>
            <a:ext cx="8498205" cy="5361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Relationship Id="rId6" Type="http://schemas.openxmlformats.org/officeDocument/2006/relationships/image" Target="../media/image4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1"/>
            <a:ext cx="18277205" cy="10287000"/>
            <a:chOff x="0" y="-1"/>
            <a:chExt cx="18277205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725080"/>
              <a:ext cx="17658080" cy="8836025"/>
            </a:xfrm>
            <a:custGeom>
              <a:avLst/>
              <a:gdLst/>
              <a:ahLst/>
              <a:cxnLst/>
              <a:rect l="l" t="t" r="r" b="b"/>
              <a:pathLst>
                <a:path w="17658080" h="8836025">
                  <a:moveTo>
                    <a:pt x="712597" y="7408913"/>
                  </a:moveTo>
                  <a:lnTo>
                    <a:pt x="626795" y="7408913"/>
                  </a:lnTo>
                  <a:lnTo>
                    <a:pt x="626795" y="7923263"/>
                  </a:lnTo>
                  <a:lnTo>
                    <a:pt x="712597" y="7923263"/>
                  </a:lnTo>
                  <a:lnTo>
                    <a:pt x="712597" y="7408913"/>
                  </a:lnTo>
                  <a:close/>
                </a:path>
                <a:path w="17658080" h="8836025">
                  <a:moveTo>
                    <a:pt x="712597" y="6808838"/>
                  </a:moveTo>
                  <a:lnTo>
                    <a:pt x="626795" y="6808838"/>
                  </a:lnTo>
                  <a:lnTo>
                    <a:pt x="626795" y="7323188"/>
                  </a:lnTo>
                  <a:lnTo>
                    <a:pt x="712597" y="7323188"/>
                  </a:lnTo>
                  <a:lnTo>
                    <a:pt x="712597" y="6808838"/>
                  </a:lnTo>
                  <a:close/>
                </a:path>
                <a:path w="17658080" h="8836025">
                  <a:moveTo>
                    <a:pt x="712597" y="6208763"/>
                  </a:moveTo>
                  <a:lnTo>
                    <a:pt x="626795" y="6208763"/>
                  </a:lnTo>
                  <a:lnTo>
                    <a:pt x="626795" y="6723113"/>
                  </a:lnTo>
                  <a:lnTo>
                    <a:pt x="712597" y="6723113"/>
                  </a:lnTo>
                  <a:lnTo>
                    <a:pt x="712597" y="6208763"/>
                  </a:lnTo>
                  <a:close/>
                </a:path>
                <a:path w="17658080" h="8836025">
                  <a:moveTo>
                    <a:pt x="712597" y="2008238"/>
                  </a:moveTo>
                  <a:lnTo>
                    <a:pt x="626795" y="2008238"/>
                  </a:lnTo>
                  <a:lnTo>
                    <a:pt x="626795" y="2522588"/>
                  </a:lnTo>
                  <a:lnTo>
                    <a:pt x="712597" y="2522588"/>
                  </a:lnTo>
                  <a:lnTo>
                    <a:pt x="712597" y="2008238"/>
                  </a:lnTo>
                  <a:close/>
                </a:path>
                <a:path w="17658080" h="8836025">
                  <a:moveTo>
                    <a:pt x="712597" y="1408163"/>
                  </a:moveTo>
                  <a:lnTo>
                    <a:pt x="626795" y="1408163"/>
                  </a:lnTo>
                  <a:lnTo>
                    <a:pt x="626795" y="1922513"/>
                  </a:lnTo>
                  <a:lnTo>
                    <a:pt x="712597" y="1922513"/>
                  </a:lnTo>
                  <a:lnTo>
                    <a:pt x="712597" y="1408163"/>
                  </a:lnTo>
                  <a:close/>
                </a:path>
                <a:path w="17658080" h="8836025">
                  <a:moveTo>
                    <a:pt x="712597" y="808088"/>
                  </a:moveTo>
                  <a:lnTo>
                    <a:pt x="626795" y="808088"/>
                  </a:lnTo>
                  <a:lnTo>
                    <a:pt x="626795" y="1322438"/>
                  </a:lnTo>
                  <a:lnTo>
                    <a:pt x="712597" y="1322438"/>
                  </a:lnTo>
                  <a:lnTo>
                    <a:pt x="712597" y="808088"/>
                  </a:lnTo>
                  <a:close/>
                </a:path>
                <a:path w="17658080" h="8836025">
                  <a:moveTo>
                    <a:pt x="837603" y="8446237"/>
                  </a:moveTo>
                  <a:lnTo>
                    <a:pt x="811364" y="8405635"/>
                  </a:lnTo>
                  <a:lnTo>
                    <a:pt x="788225" y="8364067"/>
                  </a:lnTo>
                  <a:lnTo>
                    <a:pt x="768159" y="8321497"/>
                  </a:lnTo>
                  <a:lnTo>
                    <a:pt x="751179" y="8277936"/>
                  </a:lnTo>
                  <a:lnTo>
                    <a:pt x="737285" y="8233397"/>
                  </a:lnTo>
                  <a:lnTo>
                    <a:pt x="726490" y="8187868"/>
                  </a:lnTo>
                  <a:lnTo>
                    <a:pt x="718769" y="8141360"/>
                  </a:lnTo>
                  <a:lnTo>
                    <a:pt x="718731" y="8140916"/>
                  </a:lnTo>
                  <a:lnTo>
                    <a:pt x="714133" y="8093850"/>
                  </a:lnTo>
                  <a:lnTo>
                    <a:pt x="714133" y="8093519"/>
                  </a:lnTo>
                  <a:lnTo>
                    <a:pt x="712597" y="8045361"/>
                  </a:lnTo>
                  <a:lnTo>
                    <a:pt x="712597" y="8008988"/>
                  </a:lnTo>
                  <a:lnTo>
                    <a:pt x="626795" y="8008988"/>
                  </a:lnTo>
                  <a:lnTo>
                    <a:pt x="626795" y="8045361"/>
                  </a:lnTo>
                  <a:lnTo>
                    <a:pt x="628307" y="8093519"/>
                  </a:lnTo>
                  <a:lnTo>
                    <a:pt x="628345" y="8093850"/>
                  </a:lnTo>
                  <a:lnTo>
                    <a:pt x="632587" y="8140916"/>
                  </a:lnTo>
                  <a:lnTo>
                    <a:pt x="639610" y="8187474"/>
                  </a:lnTo>
                  <a:lnTo>
                    <a:pt x="649287" y="8233092"/>
                  </a:lnTo>
                  <a:lnTo>
                    <a:pt x="649376" y="8233397"/>
                  </a:lnTo>
                  <a:lnTo>
                    <a:pt x="661555" y="8277707"/>
                  </a:lnTo>
                  <a:lnTo>
                    <a:pt x="661644" y="8277936"/>
                  </a:lnTo>
                  <a:lnTo>
                    <a:pt x="676325" y="8321218"/>
                  </a:lnTo>
                  <a:lnTo>
                    <a:pt x="676440" y="8321497"/>
                  </a:lnTo>
                  <a:lnTo>
                    <a:pt x="693508" y="8363559"/>
                  </a:lnTo>
                  <a:lnTo>
                    <a:pt x="713028" y="8404644"/>
                  </a:lnTo>
                  <a:lnTo>
                    <a:pt x="734809" y="8444382"/>
                  </a:lnTo>
                  <a:lnTo>
                    <a:pt x="758748" y="8482686"/>
                  </a:lnTo>
                  <a:lnTo>
                    <a:pt x="767372" y="8494890"/>
                  </a:lnTo>
                  <a:lnTo>
                    <a:pt x="837603" y="8446237"/>
                  </a:lnTo>
                  <a:close/>
                </a:path>
                <a:path w="17658080" h="8836025">
                  <a:moveTo>
                    <a:pt x="895731" y="316611"/>
                  </a:moveTo>
                  <a:lnTo>
                    <a:pt x="832510" y="259143"/>
                  </a:lnTo>
                  <a:lnTo>
                    <a:pt x="812800" y="281203"/>
                  </a:lnTo>
                  <a:lnTo>
                    <a:pt x="784771" y="316420"/>
                  </a:lnTo>
                  <a:lnTo>
                    <a:pt x="758748" y="353225"/>
                  </a:lnTo>
                  <a:lnTo>
                    <a:pt x="734809" y="391541"/>
                  </a:lnTo>
                  <a:lnTo>
                    <a:pt x="713028" y="431279"/>
                  </a:lnTo>
                  <a:lnTo>
                    <a:pt x="693508" y="472363"/>
                  </a:lnTo>
                  <a:lnTo>
                    <a:pt x="676325" y="514705"/>
                  </a:lnTo>
                  <a:lnTo>
                    <a:pt x="661555" y="558215"/>
                  </a:lnTo>
                  <a:lnTo>
                    <a:pt x="649287" y="602830"/>
                  </a:lnTo>
                  <a:lnTo>
                    <a:pt x="639610" y="648449"/>
                  </a:lnTo>
                  <a:lnTo>
                    <a:pt x="632587" y="695007"/>
                  </a:lnTo>
                  <a:lnTo>
                    <a:pt x="630123" y="722337"/>
                  </a:lnTo>
                  <a:lnTo>
                    <a:pt x="715187" y="729615"/>
                  </a:lnTo>
                  <a:lnTo>
                    <a:pt x="721410" y="677760"/>
                  </a:lnTo>
                  <a:lnTo>
                    <a:pt x="731100" y="627405"/>
                  </a:lnTo>
                  <a:lnTo>
                    <a:pt x="744245" y="578535"/>
                  </a:lnTo>
                  <a:lnTo>
                    <a:pt x="760844" y="531152"/>
                  </a:lnTo>
                  <a:lnTo>
                    <a:pt x="780910" y="485267"/>
                  </a:lnTo>
                  <a:lnTo>
                    <a:pt x="804418" y="440867"/>
                  </a:lnTo>
                  <a:lnTo>
                    <a:pt x="831392" y="397954"/>
                  </a:lnTo>
                  <a:lnTo>
                    <a:pt x="861834" y="356539"/>
                  </a:lnTo>
                  <a:lnTo>
                    <a:pt x="895731" y="316611"/>
                  </a:lnTo>
                  <a:close/>
                </a:path>
                <a:path w="17658080" h="8836025">
                  <a:moveTo>
                    <a:pt x="1273200" y="8735441"/>
                  </a:moveTo>
                  <a:lnTo>
                    <a:pt x="1222527" y="8723084"/>
                  </a:lnTo>
                  <a:lnTo>
                    <a:pt x="1173721" y="8707463"/>
                  </a:lnTo>
                  <a:lnTo>
                    <a:pt x="1126794" y="8688578"/>
                  </a:lnTo>
                  <a:lnTo>
                    <a:pt x="1081735" y="8666429"/>
                  </a:lnTo>
                  <a:lnTo>
                    <a:pt x="1038555" y="8641016"/>
                  </a:lnTo>
                  <a:lnTo>
                    <a:pt x="997254" y="8612340"/>
                  </a:lnTo>
                  <a:lnTo>
                    <a:pt x="957808" y="8580399"/>
                  </a:lnTo>
                  <a:lnTo>
                    <a:pt x="920254" y="8545195"/>
                  </a:lnTo>
                  <a:lnTo>
                    <a:pt x="884555" y="8506727"/>
                  </a:lnTo>
                  <a:lnTo>
                    <a:pt x="819950" y="8562721"/>
                  </a:lnTo>
                  <a:lnTo>
                    <a:pt x="874534" y="8620049"/>
                  </a:lnTo>
                  <a:lnTo>
                    <a:pt x="908088" y="8649995"/>
                  </a:lnTo>
                  <a:lnTo>
                    <a:pt x="943305" y="8678024"/>
                  </a:lnTo>
                  <a:lnTo>
                    <a:pt x="980109" y="8704047"/>
                  </a:lnTo>
                  <a:lnTo>
                    <a:pt x="1018425" y="8727986"/>
                  </a:lnTo>
                  <a:lnTo>
                    <a:pt x="1058164" y="8749754"/>
                  </a:lnTo>
                  <a:lnTo>
                    <a:pt x="1099235" y="8769274"/>
                  </a:lnTo>
                  <a:lnTo>
                    <a:pt x="1141577" y="8786470"/>
                  </a:lnTo>
                  <a:lnTo>
                    <a:pt x="1185100" y="8801227"/>
                  </a:lnTo>
                  <a:lnTo>
                    <a:pt x="1229702" y="8813495"/>
                  </a:lnTo>
                  <a:lnTo>
                    <a:pt x="1255826" y="8819045"/>
                  </a:lnTo>
                  <a:lnTo>
                    <a:pt x="1273200" y="8735441"/>
                  </a:lnTo>
                  <a:close/>
                </a:path>
                <a:path w="17658080" h="8836025">
                  <a:moveTo>
                    <a:pt x="1365364" y="87604"/>
                  </a:moveTo>
                  <a:lnTo>
                    <a:pt x="1365250" y="86156"/>
                  </a:lnTo>
                  <a:lnTo>
                    <a:pt x="1359141" y="2349"/>
                  </a:lnTo>
                  <a:lnTo>
                    <a:pt x="1321879" y="5715"/>
                  </a:lnTo>
                  <a:lnTo>
                    <a:pt x="1275334" y="12738"/>
                  </a:lnTo>
                  <a:lnTo>
                    <a:pt x="1229702" y="22415"/>
                  </a:lnTo>
                  <a:lnTo>
                    <a:pt x="1185100" y="34683"/>
                  </a:lnTo>
                  <a:lnTo>
                    <a:pt x="1141577" y="49453"/>
                  </a:lnTo>
                  <a:lnTo>
                    <a:pt x="1099235" y="66636"/>
                  </a:lnTo>
                  <a:lnTo>
                    <a:pt x="1058164" y="86156"/>
                  </a:lnTo>
                  <a:lnTo>
                    <a:pt x="1018425" y="107924"/>
                  </a:lnTo>
                  <a:lnTo>
                    <a:pt x="980109" y="131864"/>
                  </a:lnTo>
                  <a:lnTo>
                    <a:pt x="943305" y="157899"/>
                  </a:lnTo>
                  <a:lnTo>
                    <a:pt x="908088" y="185928"/>
                  </a:lnTo>
                  <a:lnTo>
                    <a:pt x="893495" y="198945"/>
                  </a:lnTo>
                  <a:lnTo>
                    <a:pt x="950150" y="262864"/>
                  </a:lnTo>
                  <a:lnTo>
                    <a:pt x="990485" y="229501"/>
                  </a:lnTo>
                  <a:lnTo>
                    <a:pt x="1032281" y="199605"/>
                  </a:lnTo>
                  <a:lnTo>
                    <a:pt x="1075512" y="173177"/>
                  </a:lnTo>
                  <a:lnTo>
                    <a:pt x="1120203" y="150228"/>
                  </a:lnTo>
                  <a:lnTo>
                    <a:pt x="1166329" y="130759"/>
                  </a:lnTo>
                  <a:lnTo>
                    <a:pt x="1213916" y="114757"/>
                  </a:lnTo>
                  <a:lnTo>
                    <a:pt x="1262951" y="102235"/>
                  </a:lnTo>
                  <a:lnTo>
                    <a:pt x="1313434" y="93179"/>
                  </a:lnTo>
                  <a:lnTo>
                    <a:pt x="1365364" y="87604"/>
                  </a:lnTo>
                  <a:close/>
                </a:path>
                <a:path w="17658080" h="8836025">
                  <a:moveTo>
                    <a:pt x="1854784" y="8750198"/>
                  </a:moveTo>
                  <a:lnTo>
                    <a:pt x="1417434" y="8750198"/>
                  </a:lnTo>
                  <a:lnTo>
                    <a:pt x="1400187" y="8749982"/>
                  </a:lnTo>
                  <a:lnTo>
                    <a:pt x="1382979" y="8749373"/>
                  </a:lnTo>
                  <a:lnTo>
                    <a:pt x="1365834" y="8748344"/>
                  </a:lnTo>
                  <a:lnTo>
                    <a:pt x="1348727" y="8746896"/>
                  </a:lnTo>
                  <a:lnTo>
                    <a:pt x="1340510" y="8831885"/>
                  </a:lnTo>
                  <a:lnTo>
                    <a:pt x="1369275" y="8834476"/>
                  </a:lnTo>
                  <a:lnTo>
                    <a:pt x="1417434" y="8835923"/>
                  </a:lnTo>
                  <a:lnTo>
                    <a:pt x="1854784" y="8835923"/>
                  </a:lnTo>
                  <a:lnTo>
                    <a:pt x="1854784" y="8750198"/>
                  </a:lnTo>
                  <a:close/>
                </a:path>
                <a:path w="17658080" h="8836025">
                  <a:moveTo>
                    <a:pt x="1931784" y="0"/>
                  </a:moveTo>
                  <a:lnTo>
                    <a:pt x="1417434" y="0"/>
                  </a:lnTo>
                  <a:lnTo>
                    <a:pt x="1417434" y="85725"/>
                  </a:lnTo>
                  <a:lnTo>
                    <a:pt x="1931784" y="85725"/>
                  </a:lnTo>
                  <a:lnTo>
                    <a:pt x="1931784" y="0"/>
                  </a:lnTo>
                  <a:close/>
                </a:path>
                <a:path w="17658080" h="8836025">
                  <a:moveTo>
                    <a:pt x="2454859" y="8750198"/>
                  </a:moveTo>
                  <a:lnTo>
                    <a:pt x="1940509" y="8750198"/>
                  </a:lnTo>
                  <a:lnTo>
                    <a:pt x="1940509" y="8835923"/>
                  </a:lnTo>
                  <a:lnTo>
                    <a:pt x="2454859" y="8835923"/>
                  </a:lnTo>
                  <a:lnTo>
                    <a:pt x="2454859" y="8750198"/>
                  </a:lnTo>
                  <a:close/>
                </a:path>
                <a:path w="17658080" h="8836025">
                  <a:moveTo>
                    <a:pt x="2531859" y="0"/>
                  </a:moveTo>
                  <a:lnTo>
                    <a:pt x="2017509" y="0"/>
                  </a:lnTo>
                  <a:lnTo>
                    <a:pt x="2017509" y="85725"/>
                  </a:lnTo>
                  <a:lnTo>
                    <a:pt x="2531859" y="85725"/>
                  </a:lnTo>
                  <a:lnTo>
                    <a:pt x="2531859" y="0"/>
                  </a:lnTo>
                  <a:close/>
                </a:path>
                <a:path w="17658080" h="8836025">
                  <a:moveTo>
                    <a:pt x="3054934" y="8750198"/>
                  </a:moveTo>
                  <a:lnTo>
                    <a:pt x="2540584" y="8750198"/>
                  </a:lnTo>
                  <a:lnTo>
                    <a:pt x="2540584" y="8835923"/>
                  </a:lnTo>
                  <a:lnTo>
                    <a:pt x="3054934" y="8835923"/>
                  </a:lnTo>
                  <a:lnTo>
                    <a:pt x="3054934" y="8750198"/>
                  </a:lnTo>
                  <a:close/>
                </a:path>
                <a:path w="17658080" h="8836025">
                  <a:moveTo>
                    <a:pt x="3131934" y="0"/>
                  </a:moveTo>
                  <a:lnTo>
                    <a:pt x="2617584" y="0"/>
                  </a:lnTo>
                  <a:lnTo>
                    <a:pt x="2617584" y="85725"/>
                  </a:lnTo>
                  <a:lnTo>
                    <a:pt x="3131934" y="85725"/>
                  </a:lnTo>
                  <a:lnTo>
                    <a:pt x="3131934" y="0"/>
                  </a:lnTo>
                  <a:close/>
                </a:path>
                <a:path w="17658080" h="8836025">
                  <a:moveTo>
                    <a:pt x="3655009" y="8750198"/>
                  </a:moveTo>
                  <a:lnTo>
                    <a:pt x="3140659" y="8750198"/>
                  </a:lnTo>
                  <a:lnTo>
                    <a:pt x="3140659" y="8835923"/>
                  </a:lnTo>
                  <a:lnTo>
                    <a:pt x="3655009" y="8835923"/>
                  </a:lnTo>
                  <a:lnTo>
                    <a:pt x="3655009" y="8750198"/>
                  </a:lnTo>
                  <a:close/>
                </a:path>
                <a:path w="17658080" h="8836025">
                  <a:moveTo>
                    <a:pt x="3732009" y="0"/>
                  </a:moveTo>
                  <a:lnTo>
                    <a:pt x="3217659" y="0"/>
                  </a:lnTo>
                  <a:lnTo>
                    <a:pt x="3217659" y="85725"/>
                  </a:lnTo>
                  <a:lnTo>
                    <a:pt x="3732009" y="85725"/>
                  </a:lnTo>
                  <a:lnTo>
                    <a:pt x="3732009" y="0"/>
                  </a:lnTo>
                  <a:close/>
                </a:path>
                <a:path w="17658080" h="8836025">
                  <a:moveTo>
                    <a:pt x="4255084" y="8750198"/>
                  </a:moveTo>
                  <a:lnTo>
                    <a:pt x="3740734" y="8750198"/>
                  </a:lnTo>
                  <a:lnTo>
                    <a:pt x="3740734" y="8835923"/>
                  </a:lnTo>
                  <a:lnTo>
                    <a:pt x="4255084" y="8835923"/>
                  </a:lnTo>
                  <a:lnTo>
                    <a:pt x="4255084" y="8750198"/>
                  </a:lnTo>
                  <a:close/>
                </a:path>
                <a:path w="17658080" h="8836025">
                  <a:moveTo>
                    <a:pt x="4332084" y="0"/>
                  </a:moveTo>
                  <a:lnTo>
                    <a:pt x="3817734" y="0"/>
                  </a:lnTo>
                  <a:lnTo>
                    <a:pt x="3817734" y="85725"/>
                  </a:lnTo>
                  <a:lnTo>
                    <a:pt x="4332084" y="85725"/>
                  </a:lnTo>
                  <a:lnTo>
                    <a:pt x="4332084" y="0"/>
                  </a:lnTo>
                  <a:close/>
                </a:path>
                <a:path w="17658080" h="8836025">
                  <a:moveTo>
                    <a:pt x="4855159" y="8750198"/>
                  </a:moveTo>
                  <a:lnTo>
                    <a:pt x="4340809" y="8750198"/>
                  </a:lnTo>
                  <a:lnTo>
                    <a:pt x="4340809" y="8835923"/>
                  </a:lnTo>
                  <a:lnTo>
                    <a:pt x="4855159" y="8835923"/>
                  </a:lnTo>
                  <a:lnTo>
                    <a:pt x="4855159" y="8750198"/>
                  </a:lnTo>
                  <a:close/>
                </a:path>
                <a:path w="17658080" h="8836025">
                  <a:moveTo>
                    <a:pt x="4932159" y="0"/>
                  </a:moveTo>
                  <a:lnTo>
                    <a:pt x="4417809" y="0"/>
                  </a:lnTo>
                  <a:lnTo>
                    <a:pt x="4417809" y="85725"/>
                  </a:lnTo>
                  <a:lnTo>
                    <a:pt x="4932159" y="85725"/>
                  </a:lnTo>
                  <a:lnTo>
                    <a:pt x="4932159" y="0"/>
                  </a:lnTo>
                  <a:close/>
                </a:path>
                <a:path w="17658080" h="8836025">
                  <a:moveTo>
                    <a:pt x="5455234" y="8750198"/>
                  </a:moveTo>
                  <a:lnTo>
                    <a:pt x="4940884" y="8750198"/>
                  </a:lnTo>
                  <a:lnTo>
                    <a:pt x="4940884" y="8835923"/>
                  </a:lnTo>
                  <a:lnTo>
                    <a:pt x="5455234" y="8835923"/>
                  </a:lnTo>
                  <a:lnTo>
                    <a:pt x="5455234" y="8750198"/>
                  </a:lnTo>
                  <a:close/>
                </a:path>
                <a:path w="17658080" h="8836025">
                  <a:moveTo>
                    <a:pt x="5532234" y="0"/>
                  </a:moveTo>
                  <a:lnTo>
                    <a:pt x="5017884" y="0"/>
                  </a:lnTo>
                  <a:lnTo>
                    <a:pt x="5017884" y="85725"/>
                  </a:lnTo>
                  <a:lnTo>
                    <a:pt x="5532234" y="85725"/>
                  </a:lnTo>
                  <a:lnTo>
                    <a:pt x="5532234" y="0"/>
                  </a:lnTo>
                  <a:close/>
                </a:path>
                <a:path w="17658080" h="8836025">
                  <a:moveTo>
                    <a:pt x="6055309" y="8750198"/>
                  </a:moveTo>
                  <a:lnTo>
                    <a:pt x="5540959" y="8750198"/>
                  </a:lnTo>
                  <a:lnTo>
                    <a:pt x="5540959" y="8835923"/>
                  </a:lnTo>
                  <a:lnTo>
                    <a:pt x="6055309" y="8835923"/>
                  </a:lnTo>
                  <a:lnTo>
                    <a:pt x="6055309" y="8750198"/>
                  </a:lnTo>
                  <a:close/>
                </a:path>
                <a:path w="17658080" h="8836025">
                  <a:moveTo>
                    <a:pt x="6132309" y="0"/>
                  </a:moveTo>
                  <a:lnTo>
                    <a:pt x="5617959" y="0"/>
                  </a:lnTo>
                  <a:lnTo>
                    <a:pt x="5617959" y="85725"/>
                  </a:lnTo>
                  <a:lnTo>
                    <a:pt x="6132309" y="85725"/>
                  </a:lnTo>
                  <a:lnTo>
                    <a:pt x="6132309" y="0"/>
                  </a:lnTo>
                  <a:close/>
                </a:path>
                <a:path w="17658080" h="8836025">
                  <a:moveTo>
                    <a:pt x="6655384" y="8750198"/>
                  </a:moveTo>
                  <a:lnTo>
                    <a:pt x="6141034" y="8750198"/>
                  </a:lnTo>
                  <a:lnTo>
                    <a:pt x="6141034" y="8835923"/>
                  </a:lnTo>
                  <a:lnTo>
                    <a:pt x="6655384" y="8835923"/>
                  </a:lnTo>
                  <a:lnTo>
                    <a:pt x="6655384" y="8750198"/>
                  </a:lnTo>
                  <a:close/>
                </a:path>
                <a:path w="17658080" h="8836025">
                  <a:moveTo>
                    <a:pt x="6732384" y="0"/>
                  </a:moveTo>
                  <a:lnTo>
                    <a:pt x="6218034" y="0"/>
                  </a:lnTo>
                  <a:lnTo>
                    <a:pt x="6218034" y="85725"/>
                  </a:lnTo>
                  <a:lnTo>
                    <a:pt x="6732384" y="85725"/>
                  </a:lnTo>
                  <a:lnTo>
                    <a:pt x="6732384" y="0"/>
                  </a:lnTo>
                  <a:close/>
                </a:path>
                <a:path w="17658080" h="8836025">
                  <a:moveTo>
                    <a:pt x="7255459" y="8750198"/>
                  </a:moveTo>
                  <a:lnTo>
                    <a:pt x="6741109" y="8750198"/>
                  </a:lnTo>
                  <a:lnTo>
                    <a:pt x="6741109" y="8835923"/>
                  </a:lnTo>
                  <a:lnTo>
                    <a:pt x="7255459" y="8835923"/>
                  </a:lnTo>
                  <a:lnTo>
                    <a:pt x="7255459" y="8750198"/>
                  </a:lnTo>
                  <a:close/>
                </a:path>
                <a:path w="17658080" h="8836025">
                  <a:moveTo>
                    <a:pt x="7332459" y="0"/>
                  </a:moveTo>
                  <a:lnTo>
                    <a:pt x="6818109" y="0"/>
                  </a:lnTo>
                  <a:lnTo>
                    <a:pt x="6818109" y="85725"/>
                  </a:lnTo>
                  <a:lnTo>
                    <a:pt x="7332459" y="85725"/>
                  </a:lnTo>
                  <a:lnTo>
                    <a:pt x="7332459" y="0"/>
                  </a:lnTo>
                  <a:close/>
                </a:path>
                <a:path w="17658080" h="8836025">
                  <a:moveTo>
                    <a:pt x="7855534" y="8750198"/>
                  </a:moveTo>
                  <a:lnTo>
                    <a:pt x="7341184" y="8750198"/>
                  </a:lnTo>
                  <a:lnTo>
                    <a:pt x="7341184" y="8835923"/>
                  </a:lnTo>
                  <a:lnTo>
                    <a:pt x="7855534" y="8835923"/>
                  </a:lnTo>
                  <a:lnTo>
                    <a:pt x="7855534" y="8750198"/>
                  </a:lnTo>
                  <a:close/>
                </a:path>
                <a:path w="17658080" h="8836025">
                  <a:moveTo>
                    <a:pt x="7932534" y="0"/>
                  </a:moveTo>
                  <a:lnTo>
                    <a:pt x="7418184" y="0"/>
                  </a:lnTo>
                  <a:lnTo>
                    <a:pt x="7418184" y="85725"/>
                  </a:lnTo>
                  <a:lnTo>
                    <a:pt x="7932534" y="85725"/>
                  </a:lnTo>
                  <a:lnTo>
                    <a:pt x="7932534" y="0"/>
                  </a:lnTo>
                  <a:close/>
                </a:path>
                <a:path w="17658080" h="8836025">
                  <a:moveTo>
                    <a:pt x="8455609" y="8750198"/>
                  </a:moveTo>
                  <a:lnTo>
                    <a:pt x="7941259" y="8750198"/>
                  </a:lnTo>
                  <a:lnTo>
                    <a:pt x="7941259" y="8835923"/>
                  </a:lnTo>
                  <a:lnTo>
                    <a:pt x="8455609" y="8835923"/>
                  </a:lnTo>
                  <a:lnTo>
                    <a:pt x="8455609" y="8750198"/>
                  </a:lnTo>
                  <a:close/>
                </a:path>
                <a:path w="17658080" h="8836025">
                  <a:moveTo>
                    <a:pt x="8532609" y="0"/>
                  </a:moveTo>
                  <a:lnTo>
                    <a:pt x="8018259" y="0"/>
                  </a:lnTo>
                  <a:lnTo>
                    <a:pt x="8018259" y="85725"/>
                  </a:lnTo>
                  <a:lnTo>
                    <a:pt x="8532609" y="85725"/>
                  </a:lnTo>
                  <a:lnTo>
                    <a:pt x="8532609" y="0"/>
                  </a:lnTo>
                  <a:close/>
                </a:path>
                <a:path w="17658080" h="8836025">
                  <a:moveTo>
                    <a:pt x="9055684" y="8750198"/>
                  </a:moveTo>
                  <a:lnTo>
                    <a:pt x="8541334" y="8750198"/>
                  </a:lnTo>
                  <a:lnTo>
                    <a:pt x="8541334" y="8835923"/>
                  </a:lnTo>
                  <a:lnTo>
                    <a:pt x="9055684" y="8835923"/>
                  </a:lnTo>
                  <a:lnTo>
                    <a:pt x="9055684" y="8750198"/>
                  </a:lnTo>
                  <a:close/>
                </a:path>
                <a:path w="17658080" h="8836025">
                  <a:moveTo>
                    <a:pt x="9132684" y="0"/>
                  </a:moveTo>
                  <a:lnTo>
                    <a:pt x="8618334" y="0"/>
                  </a:lnTo>
                  <a:lnTo>
                    <a:pt x="8618334" y="85725"/>
                  </a:lnTo>
                  <a:lnTo>
                    <a:pt x="9132684" y="85725"/>
                  </a:lnTo>
                  <a:lnTo>
                    <a:pt x="9132684" y="0"/>
                  </a:lnTo>
                  <a:close/>
                </a:path>
                <a:path w="17658080" h="8836025">
                  <a:moveTo>
                    <a:pt x="9655759" y="8750198"/>
                  </a:moveTo>
                  <a:lnTo>
                    <a:pt x="9141409" y="8750198"/>
                  </a:lnTo>
                  <a:lnTo>
                    <a:pt x="9141409" y="8835923"/>
                  </a:lnTo>
                  <a:lnTo>
                    <a:pt x="9655759" y="8835923"/>
                  </a:lnTo>
                  <a:lnTo>
                    <a:pt x="9655759" y="8750198"/>
                  </a:lnTo>
                  <a:close/>
                </a:path>
                <a:path w="17658080" h="8836025">
                  <a:moveTo>
                    <a:pt x="9732759" y="0"/>
                  </a:moveTo>
                  <a:lnTo>
                    <a:pt x="9218409" y="0"/>
                  </a:lnTo>
                  <a:lnTo>
                    <a:pt x="9218409" y="85725"/>
                  </a:lnTo>
                  <a:lnTo>
                    <a:pt x="9732759" y="85725"/>
                  </a:lnTo>
                  <a:lnTo>
                    <a:pt x="9732759" y="0"/>
                  </a:lnTo>
                  <a:close/>
                </a:path>
                <a:path w="17658080" h="8836025">
                  <a:moveTo>
                    <a:pt x="10255783" y="8750198"/>
                  </a:moveTo>
                  <a:lnTo>
                    <a:pt x="9741484" y="8750198"/>
                  </a:lnTo>
                  <a:lnTo>
                    <a:pt x="9741484" y="8835923"/>
                  </a:lnTo>
                  <a:lnTo>
                    <a:pt x="10255783" y="8835923"/>
                  </a:lnTo>
                  <a:lnTo>
                    <a:pt x="10255783" y="8750198"/>
                  </a:lnTo>
                  <a:close/>
                </a:path>
                <a:path w="17658080" h="8836025">
                  <a:moveTo>
                    <a:pt x="10332847" y="0"/>
                  </a:moveTo>
                  <a:lnTo>
                    <a:pt x="9818484" y="0"/>
                  </a:lnTo>
                  <a:lnTo>
                    <a:pt x="9818484" y="85725"/>
                  </a:lnTo>
                  <a:lnTo>
                    <a:pt x="10332847" y="85725"/>
                  </a:lnTo>
                  <a:lnTo>
                    <a:pt x="10332847" y="0"/>
                  </a:lnTo>
                  <a:close/>
                </a:path>
                <a:path w="17658080" h="8836025">
                  <a:moveTo>
                    <a:pt x="10772750" y="3010827"/>
                  </a:moveTo>
                  <a:lnTo>
                    <a:pt x="712597" y="3010827"/>
                  </a:lnTo>
                  <a:lnTo>
                    <a:pt x="712597" y="2608313"/>
                  </a:lnTo>
                  <a:lnTo>
                    <a:pt x="626795" y="2608313"/>
                  </a:lnTo>
                  <a:lnTo>
                    <a:pt x="626795" y="3010827"/>
                  </a:lnTo>
                  <a:lnTo>
                    <a:pt x="0" y="3010827"/>
                  </a:lnTo>
                  <a:lnTo>
                    <a:pt x="0" y="6096927"/>
                  </a:lnTo>
                  <a:lnTo>
                    <a:pt x="626795" y="6096927"/>
                  </a:lnTo>
                  <a:lnTo>
                    <a:pt x="626795" y="6123038"/>
                  </a:lnTo>
                  <a:lnTo>
                    <a:pt x="712597" y="6123038"/>
                  </a:lnTo>
                  <a:lnTo>
                    <a:pt x="712597" y="6096927"/>
                  </a:lnTo>
                  <a:lnTo>
                    <a:pt x="10772750" y="6096927"/>
                  </a:lnTo>
                  <a:lnTo>
                    <a:pt x="10772750" y="3010827"/>
                  </a:lnTo>
                  <a:close/>
                </a:path>
                <a:path w="17658080" h="8836025">
                  <a:moveTo>
                    <a:pt x="10855858" y="8750198"/>
                  </a:moveTo>
                  <a:lnTo>
                    <a:pt x="10341508" y="8750198"/>
                  </a:lnTo>
                  <a:lnTo>
                    <a:pt x="10341508" y="8835923"/>
                  </a:lnTo>
                  <a:lnTo>
                    <a:pt x="10855858" y="8835923"/>
                  </a:lnTo>
                  <a:lnTo>
                    <a:pt x="10855858" y="8750198"/>
                  </a:lnTo>
                  <a:close/>
                </a:path>
                <a:path w="17658080" h="8836025">
                  <a:moveTo>
                    <a:pt x="10932922" y="0"/>
                  </a:moveTo>
                  <a:lnTo>
                    <a:pt x="10418572" y="0"/>
                  </a:lnTo>
                  <a:lnTo>
                    <a:pt x="10418572" y="85725"/>
                  </a:lnTo>
                  <a:lnTo>
                    <a:pt x="10932922" y="85725"/>
                  </a:lnTo>
                  <a:lnTo>
                    <a:pt x="10932922" y="0"/>
                  </a:lnTo>
                  <a:close/>
                </a:path>
                <a:path w="17658080" h="8836025">
                  <a:moveTo>
                    <a:pt x="11455933" y="8750198"/>
                  </a:moveTo>
                  <a:lnTo>
                    <a:pt x="10941583" y="8750198"/>
                  </a:lnTo>
                  <a:lnTo>
                    <a:pt x="10941583" y="8835923"/>
                  </a:lnTo>
                  <a:lnTo>
                    <a:pt x="11455933" y="8835923"/>
                  </a:lnTo>
                  <a:lnTo>
                    <a:pt x="11455933" y="8750198"/>
                  </a:lnTo>
                  <a:close/>
                </a:path>
                <a:path w="17658080" h="8836025">
                  <a:moveTo>
                    <a:pt x="11532997" y="0"/>
                  </a:moveTo>
                  <a:lnTo>
                    <a:pt x="11018647" y="0"/>
                  </a:lnTo>
                  <a:lnTo>
                    <a:pt x="11018647" y="85725"/>
                  </a:lnTo>
                  <a:lnTo>
                    <a:pt x="11532997" y="85725"/>
                  </a:lnTo>
                  <a:lnTo>
                    <a:pt x="11532997" y="0"/>
                  </a:lnTo>
                  <a:close/>
                </a:path>
                <a:path w="17658080" h="8836025">
                  <a:moveTo>
                    <a:pt x="12056008" y="8750198"/>
                  </a:moveTo>
                  <a:lnTo>
                    <a:pt x="11541658" y="8750198"/>
                  </a:lnTo>
                  <a:lnTo>
                    <a:pt x="11541658" y="8835923"/>
                  </a:lnTo>
                  <a:lnTo>
                    <a:pt x="12056008" y="8835923"/>
                  </a:lnTo>
                  <a:lnTo>
                    <a:pt x="12056008" y="8750198"/>
                  </a:lnTo>
                  <a:close/>
                </a:path>
                <a:path w="17658080" h="8836025">
                  <a:moveTo>
                    <a:pt x="12133072" y="0"/>
                  </a:moveTo>
                  <a:lnTo>
                    <a:pt x="11618722" y="0"/>
                  </a:lnTo>
                  <a:lnTo>
                    <a:pt x="11618722" y="85725"/>
                  </a:lnTo>
                  <a:lnTo>
                    <a:pt x="12133072" y="85725"/>
                  </a:lnTo>
                  <a:lnTo>
                    <a:pt x="12133072" y="0"/>
                  </a:lnTo>
                  <a:close/>
                </a:path>
                <a:path w="17658080" h="8836025">
                  <a:moveTo>
                    <a:pt x="12656084" y="8750198"/>
                  </a:moveTo>
                  <a:lnTo>
                    <a:pt x="12141733" y="8750198"/>
                  </a:lnTo>
                  <a:lnTo>
                    <a:pt x="12141733" y="8835923"/>
                  </a:lnTo>
                  <a:lnTo>
                    <a:pt x="12656084" y="8835923"/>
                  </a:lnTo>
                  <a:lnTo>
                    <a:pt x="12656084" y="8750198"/>
                  </a:lnTo>
                  <a:close/>
                </a:path>
                <a:path w="17658080" h="8836025">
                  <a:moveTo>
                    <a:pt x="12733147" y="0"/>
                  </a:moveTo>
                  <a:lnTo>
                    <a:pt x="12218797" y="0"/>
                  </a:lnTo>
                  <a:lnTo>
                    <a:pt x="12218797" y="85725"/>
                  </a:lnTo>
                  <a:lnTo>
                    <a:pt x="12733147" y="85725"/>
                  </a:lnTo>
                  <a:lnTo>
                    <a:pt x="12733147" y="0"/>
                  </a:lnTo>
                  <a:close/>
                </a:path>
                <a:path w="17658080" h="8836025">
                  <a:moveTo>
                    <a:pt x="13256159" y="8750198"/>
                  </a:moveTo>
                  <a:lnTo>
                    <a:pt x="12741809" y="8750198"/>
                  </a:lnTo>
                  <a:lnTo>
                    <a:pt x="12741809" y="8835923"/>
                  </a:lnTo>
                  <a:lnTo>
                    <a:pt x="13256159" y="8835923"/>
                  </a:lnTo>
                  <a:lnTo>
                    <a:pt x="13256159" y="8750198"/>
                  </a:lnTo>
                  <a:close/>
                </a:path>
                <a:path w="17658080" h="8836025">
                  <a:moveTo>
                    <a:pt x="13333222" y="0"/>
                  </a:moveTo>
                  <a:lnTo>
                    <a:pt x="12818872" y="0"/>
                  </a:lnTo>
                  <a:lnTo>
                    <a:pt x="12818872" y="85725"/>
                  </a:lnTo>
                  <a:lnTo>
                    <a:pt x="13333222" y="85725"/>
                  </a:lnTo>
                  <a:lnTo>
                    <a:pt x="13333222" y="0"/>
                  </a:lnTo>
                  <a:close/>
                </a:path>
                <a:path w="17658080" h="8836025">
                  <a:moveTo>
                    <a:pt x="13856234" y="8750198"/>
                  </a:moveTo>
                  <a:lnTo>
                    <a:pt x="13341884" y="8750198"/>
                  </a:lnTo>
                  <a:lnTo>
                    <a:pt x="13341884" y="8835923"/>
                  </a:lnTo>
                  <a:lnTo>
                    <a:pt x="13856234" y="8835923"/>
                  </a:lnTo>
                  <a:lnTo>
                    <a:pt x="13856234" y="8750198"/>
                  </a:lnTo>
                  <a:close/>
                </a:path>
                <a:path w="17658080" h="8836025">
                  <a:moveTo>
                    <a:pt x="13933297" y="0"/>
                  </a:moveTo>
                  <a:lnTo>
                    <a:pt x="13418947" y="0"/>
                  </a:lnTo>
                  <a:lnTo>
                    <a:pt x="13418947" y="85725"/>
                  </a:lnTo>
                  <a:lnTo>
                    <a:pt x="13933297" y="85725"/>
                  </a:lnTo>
                  <a:lnTo>
                    <a:pt x="13933297" y="0"/>
                  </a:lnTo>
                  <a:close/>
                </a:path>
                <a:path w="17658080" h="8836025">
                  <a:moveTo>
                    <a:pt x="14456309" y="8750198"/>
                  </a:moveTo>
                  <a:lnTo>
                    <a:pt x="13941959" y="8750198"/>
                  </a:lnTo>
                  <a:lnTo>
                    <a:pt x="13941959" y="8835923"/>
                  </a:lnTo>
                  <a:lnTo>
                    <a:pt x="14456309" y="8835923"/>
                  </a:lnTo>
                  <a:lnTo>
                    <a:pt x="14456309" y="8750198"/>
                  </a:lnTo>
                  <a:close/>
                </a:path>
                <a:path w="17658080" h="8836025">
                  <a:moveTo>
                    <a:pt x="14533372" y="0"/>
                  </a:moveTo>
                  <a:lnTo>
                    <a:pt x="14019022" y="0"/>
                  </a:lnTo>
                  <a:lnTo>
                    <a:pt x="14019022" y="85725"/>
                  </a:lnTo>
                  <a:lnTo>
                    <a:pt x="14533372" y="85725"/>
                  </a:lnTo>
                  <a:lnTo>
                    <a:pt x="14533372" y="0"/>
                  </a:lnTo>
                  <a:close/>
                </a:path>
                <a:path w="17658080" h="8836025">
                  <a:moveTo>
                    <a:pt x="15056384" y="8750198"/>
                  </a:moveTo>
                  <a:lnTo>
                    <a:pt x="14542034" y="8750198"/>
                  </a:lnTo>
                  <a:lnTo>
                    <a:pt x="14542034" y="8835923"/>
                  </a:lnTo>
                  <a:lnTo>
                    <a:pt x="15056384" y="8835923"/>
                  </a:lnTo>
                  <a:lnTo>
                    <a:pt x="15056384" y="8750198"/>
                  </a:lnTo>
                  <a:close/>
                </a:path>
                <a:path w="17658080" h="8836025">
                  <a:moveTo>
                    <a:pt x="15133447" y="0"/>
                  </a:moveTo>
                  <a:lnTo>
                    <a:pt x="14619097" y="0"/>
                  </a:lnTo>
                  <a:lnTo>
                    <a:pt x="14619097" y="85725"/>
                  </a:lnTo>
                  <a:lnTo>
                    <a:pt x="15133447" y="85725"/>
                  </a:lnTo>
                  <a:lnTo>
                    <a:pt x="15133447" y="0"/>
                  </a:lnTo>
                  <a:close/>
                </a:path>
                <a:path w="17658080" h="8836025">
                  <a:moveTo>
                    <a:pt x="15656459" y="8750198"/>
                  </a:moveTo>
                  <a:lnTo>
                    <a:pt x="15142109" y="8750198"/>
                  </a:lnTo>
                  <a:lnTo>
                    <a:pt x="15142109" y="8835923"/>
                  </a:lnTo>
                  <a:lnTo>
                    <a:pt x="15656459" y="8835923"/>
                  </a:lnTo>
                  <a:lnTo>
                    <a:pt x="15656459" y="8750198"/>
                  </a:lnTo>
                  <a:close/>
                </a:path>
                <a:path w="17658080" h="8836025">
                  <a:moveTo>
                    <a:pt x="15733522" y="0"/>
                  </a:moveTo>
                  <a:lnTo>
                    <a:pt x="15219172" y="0"/>
                  </a:lnTo>
                  <a:lnTo>
                    <a:pt x="15219172" y="85725"/>
                  </a:lnTo>
                  <a:lnTo>
                    <a:pt x="15733522" y="85725"/>
                  </a:lnTo>
                  <a:lnTo>
                    <a:pt x="15733522" y="0"/>
                  </a:lnTo>
                  <a:close/>
                </a:path>
                <a:path w="17658080" h="8836025">
                  <a:moveTo>
                    <a:pt x="16256534" y="8750198"/>
                  </a:moveTo>
                  <a:lnTo>
                    <a:pt x="15742184" y="8750198"/>
                  </a:lnTo>
                  <a:lnTo>
                    <a:pt x="15742184" y="8835923"/>
                  </a:lnTo>
                  <a:lnTo>
                    <a:pt x="16256534" y="8835923"/>
                  </a:lnTo>
                  <a:lnTo>
                    <a:pt x="16256534" y="8750198"/>
                  </a:lnTo>
                  <a:close/>
                </a:path>
                <a:path w="17658080" h="8836025">
                  <a:moveTo>
                    <a:pt x="16333597" y="0"/>
                  </a:moveTo>
                  <a:lnTo>
                    <a:pt x="15819247" y="0"/>
                  </a:lnTo>
                  <a:lnTo>
                    <a:pt x="15819247" y="85725"/>
                  </a:lnTo>
                  <a:lnTo>
                    <a:pt x="16333597" y="85725"/>
                  </a:lnTo>
                  <a:lnTo>
                    <a:pt x="16333597" y="0"/>
                  </a:lnTo>
                  <a:close/>
                </a:path>
                <a:path w="17658080" h="8836025">
                  <a:moveTo>
                    <a:pt x="16856609" y="8750198"/>
                  </a:moveTo>
                  <a:lnTo>
                    <a:pt x="16342259" y="8750198"/>
                  </a:lnTo>
                  <a:lnTo>
                    <a:pt x="16342259" y="8835923"/>
                  </a:lnTo>
                  <a:lnTo>
                    <a:pt x="16856609" y="8835923"/>
                  </a:lnTo>
                  <a:lnTo>
                    <a:pt x="16856609" y="8750198"/>
                  </a:lnTo>
                  <a:close/>
                </a:path>
                <a:path w="17658080" h="8836025">
                  <a:moveTo>
                    <a:pt x="16933736" y="2806"/>
                  </a:moveTo>
                  <a:lnTo>
                    <a:pt x="16918585" y="1435"/>
                  </a:lnTo>
                  <a:lnTo>
                    <a:pt x="16870426" y="0"/>
                  </a:lnTo>
                  <a:lnTo>
                    <a:pt x="16419322" y="0"/>
                  </a:lnTo>
                  <a:lnTo>
                    <a:pt x="16419322" y="85725"/>
                  </a:lnTo>
                  <a:lnTo>
                    <a:pt x="16870426" y="85725"/>
                  </a:lnTo>
                  <a:lnTo>
                    <a:pt x="16884625" y="85864"/>
                  </a:lnTo>
                  <a:lnTo>
                    <a:pt x="16898785" y="86283"/>
                  </a:lnTo>
                  <a:lnTo>
                    <a:pt x="16912908" y="86969"/>
                  </a:lnTo>
                  <a:lnTo>
                    <a:pt x="16927005" y="87947"/>
                  </a:lnTo>
                  <a:lnTo>
                    <a:pt x="16927081" y="86969"/>
                  </a:lnTo>
                  <a:lnTo>
                    <a:pt x="16927183" y="85725"/>
                  </a:lnTo>
                  <a:lnTo>
                    <a:pt x="16933736" y="2806"/>
                  </a:lnTo>
                  <a:close/>
                </a:path>
                <a:path w="17658080" h="8836025">
                  <a:moveTo>
                    <a:pt x="17404652" y="8627783"/>
                  </a:moveTo>
                  <a:lnTo>
                    <a:pt x="17346867" y="8564804"/>
                  </a:lnTo>
                  <a:lnTo>
                    <a:pt x="17307090" y="8598891"/>
                  </a:lnTo>
                  <a:lnTo>
                    <a:pt x="17265803" y="8629536"/>
                  </a:lnTo>
                  <a:lnTo>
                    <a:pt x="17223016" y="8656714"/>
                  </a:lnTo>
                  <a:lnTo>
                    <a:pt x="17178719" y="8680437"/>
                  </a:lnTo>
                  <a:lnTo>
                    <a:pt x="17132923" y="8700719"/>
                  </a:lnTo>
                  <a:lnTo>
                    <a:pt x="17085615" y="8717547"/>
                  </a:lnTo>
                  <a:lnTo>
                    <a:pt x="17036822" y="8730920"/>
                  </a:lnTo>
                  <a:lnTo>
                    <a:pt x="16986517" y="8740838"/>
                  </a:lnTo>
                  <a:lnTo>
                    <a:pt x="16934714" y="8747303"/>
                  </a:lnTo>
                  <a:lnTo>
                    <a:pt x="16942397" y="8832329"/>
                  </a:lnTo>
                  <a:lnTo>
                    <a:pt x="17012539" y="8823185"/>
                  </a:lnTo>
                  <a:lnTo>
                    <a:pt x="17058158" y="8813495"/>
                  </a:lnTo>
                  <a:lnTo>
                    <a:pt x="17102773" y="8801227"/>
                  </a:lnTo>
                  <a:lnTo>
                    <a:pt x="17146283" y="8786470"/>
                  </a:lnTo>
                  <a:lnTo>
                    <a:pt x="17188625" y="8769274"/>
                  </a:lnTo>
                  <a:lnTo>
                    <a:pt x="17229709" y="8749754"/>
                  </a:lnTo>
                  <a:lnTo>
                    <a:pt x="17269448" y="8727986"/>
                  </a:lnTo>
                  <a:lnTo>
                    <a:pt x="17307764" y="8704047"/>
                  </a:lnTo>
                  <a:lnTo>
                    <a:pt x="17344568" y="8678024"/>
                  </a:lnTo>
                  <a:lnTo>
                    <a:pt x="17379785" y="8649995"/>
                  </a:lnTo>
                  <a:lnTo>
                    <a:pt x="17404652" y="8627783"/>
                  </a:lnTo>
                  <a:close/>
                </a:path>
                <a:path w="17658080" h="8836025">
                  <a:moveTo>
                    <a:pt x="17458728" y="262915"/>
                  </a:moveTo>
                  <a:lnTo>
                    <a:pt x="17413326" y="215874"/>
                  </a:lnTo>
                  <a:lnTo>
                    <a:pt x="17379785" y="185928"/>
                  </a:lnTo>
                  <a:lnTo>
                    <a:pt x="17344568" y="157899"/>
                  </a:lnTo>
                  <a:lnTo>
                    <a:pt x="17307764" y="131864"/>
                  </a:lnTo>
                  <a:lnTo>
                    <a:pt x="17269448" y="107924"/>
                  </a:lnTo>
                  <a:lnTo>
                    <a:pt x="17229709" y="86156"/>
                  </a:lnTo>
                  <a:lnTo>
                    <a:pt x="17188625" y="66636"/>
                  </a:lnTo>
                  <a:lnTo>
                    <a:pt x="17146283" y="49453"/>
                  </a:lnTo>
                  <a:lnTo>
                    <a:pt x="17102773" y="34683"/>
                  </a:lnTo>
                  <a:lnTo>
                    <a:pt x="17058158" y="22415"/>
                  </a:lnTo>
                  <a:lnTo>
                    <a:pt x="17018648" y="14033"/>
                  </a:lnTo>
                  <a:lnTo>
                    <a:pt x="17002722" y="98094"/>
                  </a:lnTo>
                  <a:lnTo>
                    <a:pt x="17053598" y="109562"/>
                  </a:lnTo>
                  <a:lnTo>
                    <a:pt x="17102659" y="124320"/>
                  </a:lnTo>
                  <a:lnTo>
                    <a:pt x="17149890" y="142392"/>
                  </a:lnTo>
                  <a:lnTo>
                    <a:pt x="17195305" y="163741"/>
                  </a:lnTo>
                  <a:lnTo>
                    <a:pt x="17238917" y="188391"/>
                  </a:lnTo>
                  <a:lnTo>
                    <a:pt x="17280700" y="216344"/>
                  </a:lnTo>
                  <a:lnTo>
                    <a:pt x="17320667" y="247586"/>
                  </a:lnTo>
                  <a:lnTo>
                    <a:pt x="17358818" y="282130"/>
                  </a:lnTo>
                  <a:lnTo>
                    <a:pt x="17395152" y="319963"/>
                  </a:lnTo>
                  <a:lnTo>
                    <a:pt x="17458728" y="262915"/>
                  </a:lnTo>
                  <a:close/>
                </a:path>
                <a:path w="17658080" h="8836025">
                  <a:moveTo>
                    <a:pt x="17657496" y="8099831"/>
                  </a:moveTo>
                  <a:lnTo>
                    <a:pt x="17573651" y="8094116"/>
                  </a:lnTo>
                  <a:lnTo>
                    <a:pt x="17568304" y="8146072"/>
                  </a:lnTo>
                  <a:lnTo>
                    <a:pt x="17559478" y="8196593"/>
                  </a:lnTo>
                  <a:lnTo>
                    <a:pt x="17547171" y="8245691"/>
                  </a:lnTo>
                  <a:lnTo>
                    <a:pt x="17531385" y="8293341"/>
                  </a:lnTo>
                  <a:lnTo>
                    <a:pt x="17512132" y="8339569"/>
                  </a:lnTo>
                  <a:lnTo>
                    <a:pt x="17489399" y="8384362"/>
                  </a:lnTo>
                  <a:lnTo>
                    <a:pt x="17463186" y="8427720"/>
                  </a:lnTo>
                  <a:lnTo>
                    <a:pt x="17433481" y="8469643"/>
                  </a:lnTo>
                  <a:lnTo>
                    <a:pt x="17400296" y="8510130"/>
                  </a:lnTo>
                  <a:lnTo>
                    <a:pt x="17464532" y="8566506"/>
                  </a:lnTo>
                  <a:lnTo>
                    <a:pt x="17503090" y="8519503"/>
                  </a:lnTo>
                  <a:lnTo>
                    <a:pt x="17529125" y="8482686"/>
                  </a:lnTo>
                  <a:lnTo>
                    <a:pt x="17553064" y="8444382"/>
                  </a:lnTo>
                  <a:lnTo>
                    <a:pt x="17574832" y="8404644"/>
                  </a:lnTo>
                  <a:lnTo>
                    <a:pt x="17594352" y="8363559"/>
                  </a:lnTo>
                  <a:lnTo>
                    <a:pt x="17611535" y="8321218"/>
                  </a:lnTo>
                  <a:lnTo>
                    <a:pt x="17626305" y="8277707"/>
                  </a:lnTo>
                  <a:lnTo>
                    <a:pt x="17638573" y="8233092"/>
                  </a:lnTo>
                  <a:lnTo>
                    <a:pt x="17648251" y="8187474"/>
                  </a:lnTo>
                  <a:lnTo>
                    <a:pt x="17655274" y="8140916"/>
                  </a:lnTo>
                  <a:lnTo>
                    <a:pt x="17657496" y="8116227"/>
                  </a:lnTo>
                  <a:lnTo>
                    <a:pt x="17657496" y="8099831"/>
                  </a:lnTo>
                  <a:close/>
                </a:path>
                <a:path w="17658080" h="8836025">
                  <a:moveTo>
                    <a:pt x="17657496" y="7499693"/>
                  </a:moveTo>
                  <a:lnTo>
                    <a:pt x="17575276" y="7499693"/>
                  </a:lnTo>
                  <a:lnTo>
                    <a:pt x="17575276" y="8014043"/>
                  </a:lnTo>
                  <a:lnTo>
                    <a:pt x="17657496" y="8014043"/>
                  </a:lnTo>
                  <a:lnTo>
                    <a:pt x="17657496" y="7499693"/>
                  </a:lnTo>
                  <a:close/>
                </a:path>
                <a:path w="17658080" h="8836025">
                  <a:moveTo>
                    <a:pt x="17657496" y="6899618"/>
                  </a:moveTo>
                  <a:lnTo>
                    <a:pt x="17575276" y="6899618"/>
                  </a:lnTo>
                  <a:lnTo>
                    <a:pt x="17575276" y="7413968"/>
                  </a:lnTo>
                  <a:lnTo>
                    <a:pt x="17657496" y="7413968"/>
                  </a:lnTo>
                  <a:lnTo>
                    <a:pt x="17657496" y="6899618"/>
                  </a:lnTo>
                  <a:close/>
                </a:path>
                <a:path w="17658080" h="8836025">
                  <a:moveTo>
                    <a:pt x="17657496" y="6299543"/>
                  </a:moveTo>
                  <a:lnTo>
                    <a:pt x="17575276" y="6299543"/>
                  </a:lnTo>
                  <a:lnTo>
                    <a:pt x="17575276" y="6813893"/>
                  </a:lnTo>
                  <a:lnTo>
                    <a:pt x="17657496" y="6813893"/>
                  </a:lnTo>
                  <a:lnTo>
                    <a:pt x="17657496" y="6299543"/>
                  </a:lnTo>
                  <a:close/>
                </a:path>
                <a:path w="17658080" h="8836025">
                  <a:moveTo>
                    <a:pt x="17657496" y="5699468"/>
                  </a:moveTo>
                  <a:lnTo>
                    <a:pt x="17575276" y="5699468"/>
                  </a:lnTo>
                  <a:lnTo>
                    <a:pt x="17575276" y="6213818"/>
                  </a:lnTo>
                  <a:lnTo>
                    <a:pt x="17657496" y="6213818"/>
                  </a:lnTo>
                  <a:lnTo>
                    <a:pt x="17657496" y="5699468"/>
                  </a:lnTo>
                  <a:close/>
                </a:path>
                <a:path w="17658080" h="8836025">
                  <a:moveTo>
                    <a:pt x="17657496" y="5099393"/>
                  </a:moveTo>
                  <a:lnTo>
                    <a:pt x="17575276" y="5099393"/>
                  </a:lnTo>
                  <a:lnTo>
                    <a:pt x="17575276" y="5613743"/>
                  </a:lnTo>
                  <a:lnTo>
                    <a:pt x="17657496" y="5613743"/>
                  </a:lnTo>
                  <a:lnTo>
                    <a:pt x="17657496" y="5099393"/>
                  </a:lnTo>
                  <a:close/>
                </a:path>
                <a:path w="17658080" h="8836025">
                  <a:moveTo>
                    <a:pt x="17657496" y="4499318"/>
                  </a:moveTo>
                  <a:lnTo>
                    <a:pt x="17575276" y="4499318"/>
                  </a:lnTo>
                  <a:lnTo>
                    <a:pt x="17575276" y="5013668"/>
                  </a:lnTo>
                  <a:lnTo>
                    <a:pt x="17657496" y="5013668"/>
                  </a:lnTo>
                  <a:lnTo>
                    <a:pt x="17657496" y="4499318"/>
                  </a:lnTo>
                  <a:close/>
                </a:path>
                <a:path w="17658080" h="8836025">
                  <a:moveTo>
                    <a:pt x="17657496" y="3899243"/>
                  </a:moveTo>
                  <a:lnTo>
                    <a:pt x="17575276" y="3899243"/>
                  </a:lnTo>
                  <a:lnTo>
                    <a:pt x="17575276" y="4413593"/>
                  </a:lnTo>
                  <a:lnTo>
                    <a:pt x="17657496" y="4413593"/>
                  </a:lnTo>
                  <a:lnTo>
                    <a:pt x="17657496" y="3899243"/>
                  </a:lnTo>
                  <a:close/>
                </a:path>
                <a:path w="17658080" h="8836025">
                  <a:moveTo>
                    <a:pt x="17657496" y="3299168"/>
                  </a:moveTo>
                  <a:lnTo>
                    <a:pt x="17575276" y="3299168"/>
                  </a:lnTo>
                  <a:lnTo>
                    <a:pt x="17575276" y="3813518"/>
                  </a:lnTo>
                  <a:lnTo>
                    <a:pt x="17657496" y="3813518"/>
                  </a:lnTo>
                  <a:lnTo>
                    <a:pt x="17657496" y="3299168"/>
                  </a:lnTo>
                  <a:close/>
                </a:path>
                <a:path w="17658080" h="8836025">
                  <a:moveTo>
                    <a:pt x="17657496" y="2699093"/>
                  </a:moveTo>
                  <a:lnTo>
                    <a:pt x="17575276" y="2699093"/>
                  </a:lnTo>
                  <a:lnTo>
                    <a:pt x="17575276" y="3213443"/>
                  </a:lnTo>
                  <a:lnTo>
                    <a:pt x="17657496" y="3213443"/>
                  </a:lnTo>
                  <a:lnTo>
                    <a:pt x="17657496" y="2699093"/>
                  </a:lnTo>
                  <a:close/>
                </a:path>
                <a:path w="17658080" h="8836025">
                  <a:moveTo>
                    <a:pt x="17657496" y="2099017"/>
                  </a:moveTo>
                  <a:lnTo>
                    <a:pt x="17575276" y="2099017"/>
                  </a:lnTo>
                  <a:lnTo>
                    <a:pt x="17575276" y="2613368"/>
                  </a:lnTo>
                  <a:lnTo>
                    <a:pt x="17657496" y="2613368"/>
                  </a:lnTo>
                  <a:lnTo>
                    <a:pt x="17657496" y="2099017"/>
                  </a:lnTo>
                  <a:close/>
                </a:path>
                <a:path w="17658080" h="8836025">
                  <a:moveTo>
                    <a:pt x="17657496" y="1498942"/>
                  </a:moveTo>
                  <a:lnTo>
                    <a:pt x="17575276" y="1498942"/>
                  </a:lnTo>
                  <a:lnTo>
                    <a:pt x="17575276" y="2013292"/>
                  </a:lnTo>
                  <a:lnTo>
                    <a:pt x="17657496" y="2013292"/>
                  </a:lnTo>
                  <a:lnTo>
                    <a:pt x="17657496" y="1498942"/>
                  </a:lnTo>
                  <a:close/>
                </a:path>
                <a:path w="17658080" h="8836025">
                  <a:moveTo>
                    <a:pt x="17657496" y="898867"/>
                  </a:moveTo>
                  <a:lnTo>
                    <a:pt x="17575276" y="898867"/>
                  </a:lnTo>
                  <a:lnTo>
                    <a:pt x="17575276" y="1413217"/>
                  </a:lnTo>
                  <a:lnTo>
                    <a:pt x="17657496" y="1413217"/>
                  </a:lnTo>
                  <a:lnTo>
                    <a:pt x="17657496" y="898867"/>
                  </a:lnTo>
                  <a:close/>
                </a:path>
                <a:path w="17658080" h="8836025">
                  <a:moveTo>
                    <a:pt x="17657496" y="719696"/>
                  </a:moveTo>
                  <a:lnTo>
                    <a:pt x="17648251" y="648449"/>
                  </a:lnTo>
                  <a:lnTo>
                    <a:pt x="17638573" y="602830"/>
                  </a:lnTo>
                  <a:lnTo>
                    <a:pt x="17626305" y="558215"/>
                  </a:lnTo>
                  <a:lnTo>
                    <a:pt x="17611535" y="514705"/>
                  </a:lnTo>
                  <a:lnTo>
                    <a:pt x="17594352" y="472363"/>
                  </a:lnTo>
                  <a:lnTo>
                    <a:pt x="17574832" y="431279"/>
                  </a:lnTo>
                  <a:lnTo>
                    <a:pt x="17553064" y="391541"/>
                  </a:lnTo>
                  <a:lnTo>
                    <a:pt x="17529125" y="353225"/>
                  </a:lnTo>
                  <a:lnTo>
                    <a:pt x="17512513" y="329742"/>
                  </a:lnTo>
                  <a:lnTo>
                    <a:pt x="17443158" y="379615"/>
                  </a:lnTo>
                  <a:lnTo>
                    <a:pt x="17470895" y="420979"/>
                  </a:lnTo>
                  <a:lnTo>
                    <a:pt x="17495368" y="463435"/>
                  </a:lnTo>
                  <a:lnTo>
                    <a:pt x="17516577" y="506945"/>
                  </a:lnTo>
                  <a:lnTo>
                    <a:pt x="17534509" y="551535"/>
                  </a:lnTo>
                  <a:lnTo>
                    <a:pt x="17549191" y="597192"/>
                  </a:lnTo>
                  <a:lnTo>
                    <a:pt x="17560608" y="643928"/>
                  </a:lnTo>
                  <a:lnTo>
                    <a:pt x="17568749" y="691730"/>
                  </a:lnTo>
                  <a:lnTo>
                    <a:pt x="17573651" y="740613"/>
                  </a:lnTo>
                  <a:lnTo>
                    <a:pt x="17575276" y="790562"/>
                  </a:lnTo>
                  <a:lnTo>
                    <a:pt x="17575276" y="813142"/>
                  </a:lnTo>
                  <a:lnTo>
                    <a:pt x="17657496" y="813142"/>
                  </a:lnTo>
                  <a:lnTo>
                    <a:pt x="17657496" y="719696"/>
                  </a:lnTo>
                  <a:close/>
                </a:path>
              </a:pathLst>
            </a:custGeom>
            <a:solidFill>
              <a:srgbClr val="5940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9802" y="1622912"/>
              <a:ext cx="6179484" cy="661400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7370394"/>
              <a:ext cx="4006850" cy="2917190"/>
            </a:xfrm>
            <a:custGeom>
              <a:avLst/>
              <a:gdLst/>
              <a:ahLst/>
              <a:cxnLst/>
              <a:rect l="l" t="t" r="r" b="b"/>
              <a:pathLst>
                <a:path w="4006850" h="2917190">
                  <a:moveTo>
                    <a:pt x="1665281" y="2916603"/>
                  </a:moveTo>
                  <a:lnTo>
                    <a:pt x="162534" y="1325089"/>
                  </a:lnTo>
                  <a:lnTo>
                    <a:pt x="131580" y="1283844"/>
                  </a:lnTo>
                  <a:lnTo>
                    <a:pt x="97787" y="1242922"/>
                  </a:lnTo>
                  <a:lnTo>
                    <a:pt x="62356" y="1202762"/>
                  </a:lnTo>
                  <a:lnTo>
                    <a:pt x="22619" y="1159602"/>
                  </a:lnTo>
                  <a:lnTo>
                    <a:pt x="0" y="1135647"/>
                  </a:lnTo>
                  <a:lnTo>
                    <a:pt x="0" y="1134043"/>
                  </a:lnTo>
                  <a:lnTo>
                    <a:pt x="19203" y="1147279"/>
                  </a:lnTo>
                  <a:lnTo>
                    <a:pt x="50809" y="1160161"/>
                  </a:lnTo>
                  <a:lnTo>
                    <a:pt x="91388" y="1163035"/>
                  </a:lnTo>
                  <a:lnTo>
                    <a:pt x="129849" y="1152559"/>
                  </a:lnTo>
                  <a:lnTo>
                    <a:pt x="157447" y="1135455"/>
                  </a:lnTo>
                  <a:lnTo>
                    <a:pt x="175579" y="1118079"/>
                  </a:lnTo>
                  <a:lnTo>
                    <a:pt x="185640" y="1106787"/>
                  </a:lnTo>
                  <a:lnTo>
                    <a:pt x="192885" y="1088178"/>
                  </a:lnTo>
                  <a:lnTo>
                    <a:pt x="202474" y="1070425"/>
                  </a:lnTo>
                  <a:lnTo>
                    <a:pt x="216751" y="1054386"/>
                  </a:lnTo>
                  <a:lnTo>
                    <a:pt x="238060" y="1040917"/>
                  </a:lnTo>
                  <a:lnTo>
                    <a:pt x="263381" y="1034406"/>
                  </a:lnTo>
                  <a:lnTo>
                    <a:pt x="287709" y="1034973"/>
                  </a:lnTo>
                  <a:lnTo>
                    <a:pt x="310413" y="1037072"/>
                  </a:lnTo>
                  <a:lnTo>
                    <a:pt x="330865" y="1035158"/>
                  </a:lnTo>
                  <a:lnTo>
                    <a:pt x="359142" y="1014043"/>
                  </a:lnTo>
                  <a:lnTo>
                    <a:pt x="374366" y="980621"/>
                  </a:lnTo>
                  <a:lnTo>
                    <a:pt x="381558" y="939603"/>
                  </a:lnTo>
                  <a:lnTo>
                    <a:pt x="385739" y="895699"/>
                  </a:lnTo>
                  <a:lnTo>
                    <a:pt x="391931" y="853621"/>
                  </a:lnTo>
                  <a:lnTo>
                    <a:pt x="405153" y="818079"/>
                  </a:lnTo>
                  <a:lnTo>
                    <a:pt x="430428" y="793784"/>
                  </a:lnTo>
                  <a:lnTo>
                    <a:pt x="466184" y="785862"/>
                  </a:lnTo>
                  <a:lnTo>
                    <a:pt x="506222" y="793853"/>
                  </a:lnTo>
                  <a:lnTo>
                    <a:pt x="545987" y="811311"/>
                  </a:lnTo>
                  <a:lnTo>
                    <a:pt x="580929" y="831789"/>
                  </a:lnTo>
                  <a:lnTo>
                    <a:pt x="614406" y="848277"/>
                  </a:lnTo>
                  <a:lnTo>
                    <a:pt x="649687" y="856921"/>
                  </a:lnTo>
                  <a:lnTo>
                    <a:pt x="682084" y="856008"/>
                  </a:lnTo>
                  <a:lnTo>
                    <a:pt x="706909" y="843825"/>
                  </a:lnTo>
                  <a:lnTo>
                    <a:pt x="724222" y="827478"/>
                  </a:lnTo>
                  <a:lnTo>
                    <a:pt x="728446" y="808650"/>
                  </a:lnTo>
                  <a:lnTo>
                    <a:pt x="730584" y="770814"/>
                  </a:lnTo>
                  <a:lnTo>
                    <a:pt x="734809" y="751986"/>
                  </a:lnTo>
                  <a:lnTo>
                    <a:pt x="752242" y="731432"/>
                  </a:lnTo>
                  <a:lnTo>
                    <a:pt x="775805" y="717370"/>
                  </a:lnTo>
                  <a:lnTo>
                    <a:pt x="829062" y="695738"/>
                  </a:lnTo>
                  <a:lnTo>
                    <a:pt x="867575" y="666053"/>
                  </a:lnTo>
                  <a:lnTo>
                    <a:pt x="891803" y="627065"/>
                  </a:lnTo>
                  <a:lnTo>
                    <a:pt x="903268" y="582051"/>
                  </a:lnTo>
                  <a:lnTo>
                    <a:pt x="903492" y="534290"/>
                  </a:lnTo>
                  <a:lnTo>
                    <a:pt x="894000" y="487058"/>
                  </a:lnTo>
                  <a:lnTo>
                    <a:pt x="883441" y="446883"/>
                  </a:lnTo>
                  <a:lnTo>
                    <a:pt x="878382" y="407656"/>
                  </a:lnTo>
                  <a:lnTo>
                    <a:pt x="884141" y="376635"/>
                  </a:lnTo>
                  <a:lnTo>
                    <a:pt x="906036" y="361077"/>
                  </a:lnTo>
                  <a:lnTo>
                    <a:pt x="912580" y="357712"/>
                  </a:lnTo>
                  <a:lnTo>
                    <a:pt x="919801" y="358314"/>
                  </a:lnTo>
                  <a:lnTo>
                    <a:pt x="928553" y="360539"/>
                  </a:lnTo>
                  <a:lnTo>
                    <a:pt x="939695" y="362043"/>
                  </a:lnTo>
                  <a:lnTo>
                    <a:pt x="1065193" y="390908"/>
                  </a:lnTo>
                  <a:lnTo>
                    <a:pt x="1071534" y="394643"/>
                  </a:lnTo>
                  <a:lnTo>
                    <a:pt x="1078776" y="394456"/>
                  </a:lnTo>
                  <a:lnTo>
                    <a:pt x="1087642" y="392737"/>
                  </a:lnTo>
                  <a:lnTo>
                    <a:pt x="1098852" y="391874"/>
                  </a:lnTo>
                  <a:lnTo>
                    <a:pt x="1116322" y="379216"/>
                  </a:lnTo>
                  <a:lnTo>
                    <a:pt x="1129330" y="356956"/>
                  </a:lnTo>
                  <a:lnTo>
                    <a:pt x="1136117" y="331359"/>
                  </a:lnTo>
                  <a:lnTo>
                    <a:pt x="1134925" y="308692"/>
                  </a:lnTo>
                  <a:lnTo>
                    <a:pt x="1129496" y="286955"/>
                  </a:lnTo>
                  <a:lnTo>
                    <a:pt x="1125735" y="262108"/>
                  </a:lnTo>
                  <a:lnTo>
                    <a:pt x="1129166" y="215887"/>
                  </a:lnTo>
                  <a:lnTo>
                    <a:pt x="1161627" y="185237"/>
                  </a:lnTo>
                  <a:lnTo>
                    <a:pt x="1184618" y="181949"/>
                  </a:lnTo>
                  <a:lnTo>
                    <a:pt x="1205623" y="192816"/>
                  </a:lnTo>
                  <a:lnTo>
                    <a:pt x="1193195" y="144429"/>
                  </a:lnTo>
                  <a:lnTo>
                    <a:pt x="1192712" y="92437"/>
                  </a:lnTo>
                  <a:lnTo>
                    <a:pt x="1206385" y="42431"/>
                  </a:lnTo>
                  <a:lnTo>
                    <a:pt x="1236420" y="0"/>
                  </a:lnTo>
                  <a:lnTo>
                    <a:pt x="1278961" y="36591"/>
                  </a:lnTo>
                  <a:lnTo>
                    <a:pt x="1318271" y="73090"/>
                  </a:lnTo>
                  <a:lnTo>
                    <a:pt x="1355157" y="109519"/>
                  </a:lnTo>
                  <a:lnTo>
                    <a:pt x="1390506" y="145829"/>
                  </a:lnTo>
                  <a:lnTo>
                    <a:pt x="4006742" y="2916606"/>
                  </a:lnTo>
                  <a:lnTo>
                    <a:pt x="1665281" y="2916603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2606" y="8156270"/>
              <a:ext cx="2527300" cy="2131060"/>
            </a:xfrm>
            <a:custGeom>
              <a:avLst/>
              <a:gdLst/>
              <a:ahLst/>
              <a:cxnLst/>
              <a:rect l="l" t="t" r="r" b="b"/>
              <a:pathLst>
                <a:path w="2527300" h="2131059">
                  <a:moveTo>
                    <a:pt x="68783" y="377164"/>
                  </a:moveTo>
                  <a:lnTo>
                    <a:pt x="52641" y="376034"/>
                  </a:lnTo>
                  <a:lnTo>
                    <a:pt x="28206" y="374294"/>
                  </a:lnTo>
                  <a:lnTo>
                    <a:pt x="22339" y="371894"/>
                  </a:lnTo>
                  <a:lnTo>
                    <a:pt x="9613" y="383908"/>
                  </a:lnTo>
                  <a:lnTo>
                    <a:pt x="0" y="373722"/>
                  </a:lnTo>
                  <a:lnTo>
                    <a:pt x="13868" y="388797"/>
                  </a:lnTo>
                  <a:lnTo>
                    <a:pt x="25615" y="401548"/>
                  </a:lnTo>
                  <a:lnTo>
                    <a:pt x="33680" y="410298"/>
                  </a:lnTo>
                  <a:lnTo>
                    <a:pt x="68783" y="377164"/>
                  </a:lnTo>
                  <a:close/>
                </a:path>
                <a:path w="2527300" h="2131059">
                  <a:moveTo>
                    <a:pt x="449605" y="1206"/>
                  </a:moveTo>
                  <a:lnTo>
                    <a:pt x="407758" y="7975"/>
                  </a:lnTo>
                  <a:lnTo>
                    <a:pt x="369328" y="67754"/>
                  </a:lnTo>
                  <a:lnTo>
                    <a:pt x="367753" y="78498"/>
                  </a:lnTo>
                  <a:lnTo>
                    <a:pt x="449605" y="1206"/>
                  </a:lnTo>
                  <a:close/>
                </a:path>
                <a:path w="2527300" h="2131059">
                  <a:moveTo>
                    <a:pt x="2526855" y="2130729"/>
                  </a:moveTo>
                  <a:lnTo>
                    <a:pt x="2307425" y="1898345"/>
                  </a:lnTo>
                  <a:lnTo>
                    <a:pt x="2302814" y="1893481"/>
                  </a:lnTo>
                  <a:lnTo>
                    <a:pt x="2282901" y="1872373"/>
                  </a:lnTo>
                  <a:lnTo>
                    <a:pt x="2004999" y="1578076"/>
                  </a:lnTo>
                  <a:lnTo>
                    <a:pt x="1980488" y="1552105"/>
                  </a:lnTo>
                  <a:lnTo>
                    <a:pt x="1954517" y="1524609"/>
                  </a:lnTo>
                  <a:lnTo>
                    <a:pt x="1954517" y="1576616"/>
                  </a:lnTo>
                  <a:lnTo>
                    <a:pt x="1660207" y="1854517"/>
                  </a:lnTo>
                  <a:lnTo>
                    <a:pt x="1382306" y="1560220"/>
                  </a:lnTo>
                  <a:lnTo>
                    <a:pt x="1676615" y="1282319"/>
                  </a:lnTo>
                  <a:lnTo>
                    <a:pt x="1954517" y="1576616"/>
                  </a:lnTo>
                  <a:lnTo>
                    <a:pt x="1954517" y="1524609"/>
                  </a:lnTo>
                  <a:lnTo>
                    <a:pt x="1702574" y="1257795"/>
                  </a:lnTo>
                  <a:lnTo>
                    <a:pt x="1690814" y="1245323"/>
                  </a:lnTo>
                  <a:lnTo>
                    <a:pt x="1678076" y="1231823"/>
                  </a:lnTo>
                  <a:lnTo>
                    <a:pt x="1652104" y="1204353"/>
                  </a:lnTo>
                  <a:lnTo>
                    <a:pt x="1652104" y="1256334"/>
                  </a:lnTo>
                  <a:lnTo>
                    <a:pt x="1364856" y="1527568"/>
                  </a:lnTo>
                  <a:lnTo>
                    <a:pt x="1357795" y="1534236"/>
                  </a:lnTo>
                  <a:lnTo>
                    <a:pt x="1079893" y="1239926"/>
                  </a:lnTo>
                  <a:lnTo>
                    <a:pt x="1374203" y="962025"/>
                  </a:lnTo>
                  <a:lnTo>
                    <a:pt x="1652104" y="1256334"/>
                  </a:lnTo>
                  <a:lnTo>
                    <a:pt x="1652104" y="1204353"/>
                  </a:lnTo>
                  <a:lnTo>
                    <a:pt x="1400162" y="937526"/>
                  </a:lnTo>
                  <a:lnTo>
                    <a:pt x="1375651" y="911542"/>
                  </a:lnTo>
                  <a:lnTo>
                    <a:pt x="1349679" y="884047"/>
                  </a:lnTo>
                  <a:lnTo>
                    <a:pt x="1349679" y="936066"/>
                  </a:lnTo>
                  <a:lnTo>
                    <a:pt x="1055382" y="1213954"/>
                  </a:lnTo>
                  <a:lnTo>
                    <a:pt x="777468" y="919657"/>
                  </a:lnTo>
                  <a:lnTo>
                    <a:pt x="1071791" y="641756"/>
                  </a:lnTo>
                  <a:lnTo>
                    <a:pt x="1349679" y="936066"/>
                  </a:lnTo>
                  <a:lnTo>
                    <a:pt x="1349679" y="884047"/>
                  </a:lnTo>
                  <a:lnTo>
                    <a:pt x="1097749" y="617245"/>
                  </a:lnTo>
                  <a:lnTo>
                    <a:pt x="1073238" y="591261"/>
                  </a:lnTo>
                  <a:lnTo>
                    <a:pt x="871080" y="377151"/>
                  </a:lnTo>
                  <a:lnTo>
                    <a:pt x="821956" y="377164"/>
                  </a:lnTo>
                  <a:lnTo>
                    <a:pt x="1047254" y="615784"/>
                  </a:lnTo>
                  <a:lnTo>
                    <a:pt x="966470" y="692073"/>
                  </a:lnTo>
                  <a:lnTo>
                    <a:pt x="752957" y="893686"/>
                  </a:lnTo>
                  <a:lnTo>
                    <a:pt x="475056" y="599389"/>
                  </a:lnTo>
                  <a:lnTo>
                    <a:pt x="710399" y="377164"/>
                  </a:lnTo>
                  <a:lnTo>
                    <a:pt x="769378" y="321475"/>
                  </a:lnTo>
                  <a:lnTo>
                    <a:pt x="821956" y="377151"/>
                  </a:lnTo>
                  <a:lnTo>
                    <a:pt x="871080" y="377151"/>
                  </a:lnTo>
                  <a:lnTo>
                    <a:pt x="795350" y="296951"/>
                  </a:lnTo>
                  <a:lnTo>
                    <a:pt x="770826" y="270979"/>
                  </a:lnTo>
                  <a:lnTo>
                    <a:pt x="752144" y="251206"/>
                  </a:lnTo>
                  <a:lnTo>
                    <a:pt x="558317" y="45910"/>
                  </a:lnTo>
                  <a:lnTo>
                    <a:pt x="523392" y="25438"/>
                  </a:lnTo>
                  <a:lnTo>
                    <a:pt x="483616" y="7988"/>
                  </a:lnTo>
                  <a:lnTo>
                    <a:pt x="471004" y="5473"/>
                  </a:lnTo>
                  <a:lnTo>
                    <a:pt x="703033" y="251206"/>
                  </a:lnTo>
                  <a:lnTo>
                    <a:pt x="744855" y="295503"/>
                  </a:lnTo>
                  <a:lnTo>
                    <a:pt x="658380" y="377164"/>
                  </a:lnTo>
                  <a:lnTo>
                    <a:pt x="450545" y="573392"/>
                  </a:lnTo>
                  <a:lnTo>
                    <a:pt x="265252" y="377164"/>
                  </a:lnTo>
                  <a:lnTo>
                    <a:pt x="179120" y="285940"/>
                  </a:lnTo>
                  <a:lnTo>
                    <a:pt x="173164" y="296976"/>
                  </a:lnTo>
                  <a:lnTo>
                    <a:pt x="170281" y="302310"/>
                  </a:lnTo>
                  <a:lnTo>
                    <a:pt x="163042" y="320929"/>
                  </a:lnTo>
                  <a:lnTo>
                    <a:pt x="216128" y="377164"/>
                  </a:lnTo>
                  <a:lnTo>
                    <a:pt x="423951" y="597281"/>
                  </a:lnTo>
                  <a:lnTo>
                    <a:pt x="424573" y="597916"/>
                  </a:lnTo>
                  <a:lnTo>
                    <a:pt x="303390" y="712343"/>
                  </a:lnTo>
                  <a:lnTo>
                    <a:pt x="327914" y="738314"/>
                  </a:lnTo>
                  <a:lnTo>
                    <a:pt x="449084" y="623900"/>
                  </a:lnTo>
                  <a:lnTo>
                    <a:pt x="726986" y="918210"/>
                  </a:lnTo>
                  <a:lnTo>
                    <a:pt x="605815" y="1032624"/>
                  </a:lnTo>
                  <a:lnTo>
                    <a:pt x="630326" y="1058583"/>
                  </a:lnTo>
                  <a:lnTo>
                    <a:pt x="751509" y="944168"/>
                  </a:lnTo>
                  <a:lnTo>
                    <a:pt x="1029411" y="1238478"/>
                  </a:lnTo>
                  <a:lnTo>
                    <a:pt x="908227" y="1352905"/>
                  </a:lnTo>
                  <a:lnTo>
                    <a:pt x="924572" y="1370215"/>
                  </a:lnTo>
                  <a:lnTo>
                    <a:pt x="932751" y="1378864"/>
                  </a:lnTo>
                  <a:lnTo>
                    <a:pt x="1053922" y="1264462"/>
                  </a:lnTo>
                  <a:lnTo>
                    <a:pt x="1331823" y="1558759"/>
                  </a:lnTo>
                  <a:lnTo>
                    <a:pt x="1330248" y="1560245"/>
                  </a:lnTo>
                  <a:lnTo>
                    <a:pt x="1210640" y="1673174"/>
                  </a:lnTo>
                  <a:lnTo>
                    <a:pt x="1226985" y="1690497"/>
                  </a:lnTo>
                  <a:lnTo>
                    <a:pt x="1235163" y="1699145"/>
                  </a:lnTo>
                  <a:lnTo>
                    <a:pt x="1356334" y="1584731"/>
                  </a:lnTo>
                  <a:lnTo>
                    <a:pt x="1634236" y="1879028"/>
                  </a:lnTo>
                  <a:lnTo>
                    <a:pt x="1513052" y="1993455"/>
                  </a:lnTo>
                  <a:lnTo>
                    <a:pt x="1529397" y="2010778"/>
                  </a:lnTo>
                  <a:lnTo>
                    <a:pt x="1537576" y="2019427"/>
                  </a:lnTo>
                  <a:lnTo>
                    <a:pt x="1658747" y="1905012"/>
                  </a:lnTo>
                  <a:lnTo>
                    <a:pt x="1871903" y="2130729"/>
                  </a:lnTo>
                  <a:lnTo>
                    <a:pt x="1904644" y="2130729"/>
                  </a:lnTo>
                  <a:lnTo>
                    <a:pt x="1921027" y="2130729"/>
                  </a:lnTo>
                  <a:lnTo>
                    <a:pt x="1684731" y="1880489"/>
                  </a:lnTo>
                  <a:lnTo>
                    <a:pt x="1979028" y="1602600"/>
                  </a:lnTo>
                  <a:lnTo>
                    <a:pt x="2256929" y="1896897"/>
                  </a:lnTo>
                  <a:lnTo>
                    <a:pt x="2009279" y="2130729"/>
                  </a:lnTo>
                  <a:lnTo>
                    <a:pt x="2043963" y="2130729"/>
                  </a:lnTo>
                  <a:lnTo>
                    <a:pt x="2061311" y="2130729"/>
                  </a:lnTo>
                  <a:lnTo>
                    <a:pt x="2281453" y="1922868"/>
                  </a:lnTo>
                  <a:lnTo>
                    <a:pt x="2477732" y="2130729"/>
                  </a:lnTo>
                  <a:lnTo>
                    <a:pt x="2526855" y="2130729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564" y="8156260"/>
              <a:ext cx="98974" cy="97513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93610" y="7386014"/>
              <a:ext cx="3513454" cy="2901315"/>
            </a:xfrm>
            <a:custGeom>
              <a:avLst/>
              <a:gdLst/>
              <a:ahLst/>
              <a:cxnLst/>
              <a:rect l="l" t="t" r="r" b="b"/>
              <a:pathLst>
                <a:path w="3513454" h="2901315">
                  <a:moveTo>
                    <a:pt x="446087" y="346430"/>
                  </a:moveTo>
                  <a:lnTo>
                    <a:pt x="434949" y="344919"/>
                  </a:lnTo>
                  <a:lnTo>
                    <a:pt x="431317" y="344004"/>
                  </a:lnTo>
                  <a:lnTo>
                    <a:pt x="426199" y="342696"/>
                  </a:lnTo>
                  <a:lnTo>
                    <a:pt x="418973" y="342087"/>
                  </a:lnTo>
                  <a:lnTo>
                    <a:pt x="412432" y="345452"/>
                  </a:lnTo>
                  <a:lnTo>
                    <a:pt x="390537" y="361022"/>
                  </a:lnTo>
                  <a:lnTo>
                    <a:pt x="384771" y="392036"/>
                  </a:lnTo>
                  <a:lnTo>
                    <a:pt x="386194" y="402983"/>
                  </a:lnTo>
                  <a:lnTo>
                    <a:pt x="446087" y="346430"/>
                  </a:lnTo>
                  <a:close/>
                </a:path>
                <a:path w="3513454" h="2901315">
                  <a:moveTo>
                    <a:pt x="779106" y="15608"/>
                  </a:moveTo>
                  <a:lnTo>
                    <a:pt x="760958" y="0"/>
                  </a:lnTo>
                  <a:lnTo>
                    <a:pt x="705904" y="51981"/>
                  </a:lnTo>
                  <a:lnTo>
                    <a:pt x="699109" y="76822"/>
                  </a:lnTo>
                  <a:lnTo>
                    <a:pt x="699236" y="91020"/>
                  </a:lnTo>
                  <a:lnTo>
                    <a:pt x="779106" y="15608"/>
                  </a:lnTo>
                  <a:close/>
                </a:path>
                <a:path w="3513454" h="2901315">
                  <a:moveTo>
                    <a:pt x="3267506" y="2900984"/>
                  </a:moveTo>
                  <a:lnTo>
                    <a:pt x="3081794" y="2704350"/>
                  </a:lnTo>
                  <a:lnTo>
                    <a:pt x="3211652" y="2581719"/>
                  </a:lnTo>
                  <a:lnTo>
                    <a:pt x="3203473" y="2573083"/>
                  </a:lnTo>
                  <a:lnTo>
                    <a:pt x="3203181" y="2572766"/>
                  </a:lnTo>
                  <a:lnTo>
                    <a:pt x="3187141" y="2555760"/>
                  </a:lnTo>
                  <a:lnTo>
                    <a:pt x="3057283" y="2678366"/>
                  </a:lnTo>
                  <a:lnTo>
                    <a:pt x="2779382" y="2384056"/>
                  </a:lnTo>
                  <a:lnTo>
                    <a:pt x="2909239" y="2261438"/>
                  </a:lnTo>
                  <a:lnTo>
                    <a:pt x="2901061" y="2252789"/>
                  </a:lnTo>
                  <a:lnTo>
                    <a:pt x="2884716" y="2235479"/>
                  </a:lnTo>
                  <a:lnTo>
                    <a:pt x="2754871" y="2358085"/>
                  </a:lnTo>
                  <a:lnTo>
                    <a:pt x="2728899" y="2330602"/>
                  </a:lnTo>
                  <a:lnTo>
                    <a:pt x="2728899" y="2382596"/>
                  </a:lnTo>
                  <a:lnTo>
                    <a:pt x="2434590" y="2660497"/>
                  </a:lnTo>
                  <a:lnTo>
                    <a:pt x="2156688" y="2366200"/>
                  </a:lnTo>
                  <a:lnTo>
                    <a:pt x="2450998" y="2088299"/>
                  </a:lnTo>
                  <a:lnTo>
                    <a:pt x="2728899" y="2382596"/>
                  </a:lnTo>
                  <a:lnTo>
                    <a:pt x="2728899" y="2330602"/>
                  </a:lnTo>
                  <a:lnTo>
                    <a:pt x="2476970" y="2063788"/>
                  </a:lnTo>
                  <a:lnTo>
                    <a:pt x="2606827" y="1941169"/>
                  </a:lnTo>
                  <a:lnTo>
                    <a:pt x="2598648" y="1932508"/>
                  </a:lnTo>
                  <a:lnTo>
                    <a:pt x="2582303" y="1915198"/>
                  </a:lnTo>
                  <a:lnTo>
                    <a:pt x="2452459" y="2037803"/>
                  </a:lnTo>
                  <a:lnTo>
                    <a:pt x="2426487" y="2010321"/>
                  </a:lnTo>
                  <a:lnTo>
                    <a:pt x="2426487" y="2062327"/>
                  </a:lnTo>
                  <a:lnTo>
                    <a:pt x="2132177" y="2340216"/>
                  </a:lnTo>
                  <a:lnTo>
                    <a:pt x="2106206" y="2312720"/>
                  </a:lnTo>
                  <a:lnTo>
                    <a:pt x="2106206" y="2364740"/>
                  </a:lnTo>
                  <a:lnTo>
                    <a:pt x="1803247" y="2650807"/>
                  </a:lnTo>
                  <a:lnTo>
                    <a:pt x="1525333" y="2356510"/>
                  </a:lnTo>
                  <a:lnTo>
                    <a:pt x="1828304" y="2070442"/>
                  </a:lnTo>
                  <a:lnTo>
                    <a:pt x="2106206" y="2364740"/>
                  </a:lnTo>
                  <a:lnTo>
                    <a:pt x="2106206" y="2312720"/>
                  </a:lnTo>
                  <a:lnTo>
                    <a:pt x="1854276" y="2045919"/>
                  </a:lnTo>
                  <a:lnTo>
                    <a:pt x="2148586" y="1768030"/>
                  </a:lnTo>
                  <a:lnTo>
                    <a:pt x="2426487" y="2062327"/>
                  </a:lnTo>
                  <a:lnTo>
                    <a:pt x="2426487" y="2010321"/>
                  </a:lnTo>
                  <a:lnTo>
                    <a:pt x="2174557" y="1743506"/>
                  </a:lnTo>
                  <a:lnTo>
                    <a:pt x="2304415" y="1620888"/>
                  </a:lnTo>
                  <a:lnTo>
                    <a:pt x="2296236" y="1612226"/>
                  </a:lnTo>
                  <a:lnTo>
                    <a:pt x="2279891" y="1594916"/>
                  </a:lnTo>
                  <a:lnTo>
                    <a:pt x="2150046" y="1717522"/>
                  </a:lnTo>
                  <a:lnTo>
                    <a:pt x="2124075" y="1690065"/>
                  </a:lnTo>
                  <a:lnTo>
                    <a:pt x="2124075" y="1742046"/>
                  </a:lnTo>
                  <a:lnTo>
                    <a:pt x="1829765" y="2019935"/>
                  </a:lnTo>
                  <a:lnTo>
                    <a:pt x="1803793" y="1992477"/>
                  </a:lnTo>
                  <a:lnTo>
                    <a:pt x="1803793" y="2044458"/>
                  </a:lnTo>
                  <a:lnTo>
                    <a:pt x="1594967" y="2241639"/>
                  </a:lnTo>
                  <a:lnTo>
                    <a:pt x="1500822" y="2330526"/>
                  </a:lnTo>
                  <a:lnTo>
                    <a:pt x="1222921" y="2036229"/>
                  </a:lnTo>
                  <a:lnTo>
                    <a:pt x="1525892" y="1750148"/>
                  </a:lnTo>
                  <a:lnTo>
                    <a:pt x="1803793" y="2044458"/>
                  </a:lnTo>
                  <a:lnTo>
                    <a:pt x="1803793" y="1992477"/>
                  </a:lnTo>
                  <a:lnTo>
                    <a:pt x="1551863" y="1725637"/>
                  </a:lnTo>
                  <a:lnTo>
                    <a:pt x="1846173" y="1447736"/>
                  </a:lnTo>
                  <a:lnTo>
                    <a:pt x="2124075" y="1742046"/>
                  </a:lnTo>
                  <a:lnTo>
                    <a:pt x="2124075" y="1690065"/>
                  </a:lnTo>
                  <a:lnTo>
                    <a:pt x="1872132" y="1423238"/>
                  </a:lnTo>
                  <a:lnTo>
                    <a:pt x="2002002" y="1300607"/>
                  </a:lnTo>
                  <a:lnTo>
                    <a:pt x="1993823" y="1291945"/>
                  </a:lnTo>
                  <a:lnTo>
                    <a:pt x="1977478" y="1274635"/>
                  </a:lnTo>
                  <a:lnTo>
                    <a:pt x="1847621" y="1397254"/>
                  </a:lnTo>
                  <a:lnTo>
                    <a:pt x="1821649" y="1369745"/>
                  </a:lnTo>
                  <a:lnTo>
                    <a:pt x="1821649" y="1421765"/>
                  </a:lnTo>
                  <a:lnTo>
                    <a:pt x="1527352" y="1699653"/>
                  </a:lnTo>
                  <a:lnTo>
                    <a:pt x="1501368" y="1672183"/>
                  </a:lnTo>
                  <a:lnTo>
                    <a:pt x="1501368" y="1724190"/>
                  </a:lnTo>
                  <a:lnTo>
                    <a:pt x="1292555" y="1921357"/>
                  </a:lnTo>
                  <a:lnTo>
                    <a:pt x="1198410" y="2010244"/>
                  </a:lnTo>
                  <a:lnTo>
                    <a:pt x="920508" y="1715947"/>
                  </a:lnTo>
                  <a:lnTo>
                    <a:pt x="1223467" y="1429880"/>
                  </a:lnTo>
                  <a:lnTo>
                    <a:pt x="1244917" y="1452587"/>
                  </a:lnTo>
                  <a:lnTo>
                    <a:pt x="1501368" y="1724190"/>
                  </a:lnTo>
                  <a:lnTo>
                    <a:pt x="1501368" y="1672183"/>
                  </a:lnTo>
                  <a:lnTo>
                    <a:pt x="1249438" y="1405369"/>
                  </a:lnTo>
                  <a:lnTo>
                    <a:pt x="1522628" y="1147406"/>
                  </a:lnTo>
                  <a:lnTo>
                    <a:pt x="1543761" y="1127455"/>
                  </a:lnTo>
                  <a:lnTo>
                    <a:pt x="1562608" y="1147406"/>
                  </a:lnTo>
                  <a:lnTo>
                    <a:pt x="1821649" y="1421765"/>
                  </a:lnTo>
                  <a:lnTo>
                    <a:pt x="1821649" y="1369745"/>
                  </a:lnTo>
                  <a:lnTo>
                    <a:pt x="1611731" y="1147406"/>
                  </a:lnTo>
                  <a:lnTo>
                    <a:pt x="1569732" y="1102944"/>
                  </a:lnTo>
                  <a:lnTo>
                    <a:pt x="1656029" y="1021448"/>
                  </a:lnTo>
                  <a:lnTo>
                    <a:pt x="1699577" y="980325"/>
                  </a:lnTo>
                  <a:lnTo>
                    <a:pt x="1691398" y="971677"/>
                  </a:lnTo>
                  <a:lnTo>
                    <a:pt x="1675066" y="954354"/>
                  </a:lnTo>
                  <a:lnTo>
                    <a:pt x="1603997" y="1021448"/>
                  </a:lnTo>
                  <a:lnTo>
                    <a:pt x="1545209" y="1076960"/>
                  </a:lnTo>
                  <a:lnTo>
                    <a:pt x="1519237" y="1049464"/>
                  </a:lnTo>
                  <a:lnTo>
                    <a:pt x="1519237" y="1101483"/>
                  </a:lnTo>
                  <a:lnTo>
                    <a:pt x="1470609" y="1147406"/>
                  </a:lnTo>
                  <a:lnTo>
                    <a:pt x="1224927" y="1379385"/>
                  </a:lnTo>
                  <a:lnTo>
                    <a:pt x="1198956" y="1351889"/>
                  </a:lnTo>
                  <a:lnTo>
                    <a:pt x="1198956" y="1403896"/>
                  </a:lnTo>
                  <a:lnTo>
                    <a:pt x="895997" y="1689963"/>
                  </a:lnTo>
                  <a:lnTo>
                    <a:pt x="618096" y="1395666"/>
                  </a:lnTo>
                  <a:lnTo>
                    <a:pt x="881011" y="1147406"/>
                  </a:lnTo>
                  <a:lnTo>
                    <a:pt x="921054" y="1109599"/>
                  </a:lnTo>
                  <a:lnTo>
                    <a:pt x="956779" y="1147406"/>
                  </a:lnTo>
                  <a:lnTo>
                    <a:pt x="1198956" y="1403896"/>
                  </a:lnTo>
                  <a:lnTo>
                    <a:pt x="1198956" y="1351889"/>
                  </a:lnTo>
                  <a:lnTo>
                    <a:pt x="1005903" y="1147406"/>
                  </a:lnTo>
                  <a:lnTo>
                    <a:pt x="947039" y="1085075"/>
                  </a:lnTo>
                  <a:lnTo>
                    <a:pt x="1014412" y="1021461"/>
                  </a:lnTo>
                  <a:lnTo>
                    <a:pt x="1205204" y="841298"/>
                  </a:lnTo>
                  <a:lnTo>
                    <a:pt x="1241336" y="807186"/>
                  </a:lnTo>
                  <a:lnTo>
                    <a:pt x="1273568" y="841298"/>
                  </a:lnTo>
                  <a:lnTo>
                    <a:pt x="1443672" y="1021448"/>
                  </a:lnTo>
                  <a:lnTo>
                    <a:pt x="1519237" y="1101483"/>
                  </a:lnTo>
                  <a:lnTo>
                    <a:pt x="1519237" y="1049464"/>
                  </a:lnTo>
                  <a:lnTo>
                    <a:pt x="1492796" y="1021448"/>
                  </a:lnTo>
                  <a:lnTo>
                    <a:pt x="1322692" y="841298"/>
                  </a:lnTo>
                  <a:lnTo>
                    <a:pt x="1267307" y="782662"/>
                  </a:lnTo>
                  <a:lnTo>
                    <a:pt x="1397165" y="660044"/>
                  </a:lnTo>
                  <a:lnTo>
                    <a:pt x="1388986" y="651395"/>
                  </a:lnTo>
                  <a:lnTo>
                    <a:pt x="1372641" y="634072"/>
                  </a:lnTo>
                  <a:lnTo>
                    <a:pt x="1242796" y="756678"/>
                  </a:lnTo>
                  <a:lnTo>
                    <a:pt x="1216825" y="729183"/>
                  </a:lnTo>
                  <a:lnTo>
                    <a:pt x="1216825" y="781202"/>
                  </a:lnTo>
                  <a:lnTo>
                    <a:pt x="1153185" y="841298"/>
                  </a:lnTo>
                  <a:lnTo>
                    <a:pt x="962380" y="1021461"/>
                  </a:lnTo>
                  <a:lnTo>
                    <a:pt x="922515" y="1059103"/>
                  </a:lnTo>
                  <a:lnTo>
                    <a:pt x="886968" y="1021461"/>
                  </a:lnTo>
                  <a:lnTo>
                    <a:pt x="716864" y="841298"/>
                  </a:lnTo>
                  <a:lnTo>
                    <a:pt x="644613" y="764794"/>
                  </a:lnTo>
                  <a:lnTo>
                    <a:pt x="938923" y="486892"/>
                  </a:lnTo>
                  <a:lnTo>
                    <a:pt x="1216825" y="781202"/>
                  </a:lnTo>
                  <a:lnTo>
                    <a:pt x="1216825" y="729183"/>
                  </a:lnTo>
                  <a:lnTo>
                    <a:pt x="964895" y="462381"/>
                  </a:lnTo>
                  <a:lnTo>
                    <a:pt x="1053172" y="379031"/>
                  </a:lnTo>
                  <a:lnTo>
                    <a:pt x="1094752" y="339763"/>
                  </a:lnTo>
                  <a:lnTo>
                    <a:pt x="1086573" y="331114"/>
                  </a:lnTo>
                  <a:lnTo>
                    <a:pt x="1070229" y="313791"/>
                  </a:lnTo>
                  <a:lnTo>
                    <a:pt x="1001153" y="379031"/>
                  </a:lnTo>
                  <a:lnTo>
                    <a:pt x="940384" y="436410"/>
                  </a:lnTo>
                  <a:lnTo>
                    <a:pt x="886206" y="379031"/>
                  </a:lnTo>
                  <a:lnTo>
                    <a:pt x="686041" y="167043"/>
                  </a:lnTo>
                  <a:lnTo>
                    <a:pt x="671614" y="169113"/>
                  </a:lnTo>
                  <a:lnTo>
                    <a:pt x="668020" y="169621"/>
                  </a:lnTo>
                  <a:lnTo>
                    <a:pt x="650138" y="181038"/>
                  </a:lnTo>
                  <a:lnTo>
                    <a:pt x="837082" y="379031"/>
                  </a:lnTo>
                  <a:lnTo>
                    <a:pt x="914400" y="460933"/>
                  </a:lnTo>
                  <a:lnTo>
                    <a:pt x="620102" y="738822"/>
                  </a:lnTo>
                  <a:lnTo>
                    <a:pt x="409257" y="515518"/>
                  </a:lnTo>
                  <a:lnTo>
                    <a:pt x="409892" y="518668"/>
                  </a:lnTo>
                  <a:lnTo>
                    <a:pt x="409816" y="533463"/>
                  </a:lnTo>
                  <a:lnTo>
                    <a:pt x="409663" y="566432"/>
                  </a:lnTo>
                  <a:lnTo>
                    <a:pt x="409359" y="567651"/>
                  </a:lnTo>
                  <a:lnTo>
                    <a:pt x="594118" y="763346"/>
                  </a:lnTo>
                  <a:lnTo>
                    <a:pt x="511568" y="841298"/>
                  </a:lnTo>
                  <a:lnTo>
                    <a:pt x="320763" y="1021461"/>
                  </a:lnTo>
                  <a:lnTo>
                    <a:pt x="291160" y="1049413"/>
                  </a:lnTo>
                  <a:lnTo>
                    <a:pt x="264769" y="1021461"/>
                  </a:lnTo>
                  <a:lnTo>
                    <a:pt x="51041" y="795108"/>
                  </a:lnTo>
                  <a:lnTo>
                    <a:pt x="12611" y="778243"/>
                  </a:lnTo>
                  <a:lnTo>
                    <a:pt x="0" y="775728"/>
                  </a:lnTo>
                  <a:lnTo>
                    <a:pt x="232029" y="1021461"/>
                  </a:lnTo>
                  <a:lnTo>
                    <a:pt x="273850" y="1065758"/>
                  </a:lnTo>
                  <a:lnTo>
                    <a:pt x="289179" y="1082001"/>
                  </a:lnTo>
                  <a:lnTo>
                    <a:pt x="298373" y="1091730"/>
                  </a:lnTo>
                  <a:lnTo>
                    <a:pt x="350951" y="1147406"/>
                  </a:lnTo>
                  <a:lnTo>
                    <a:pt x="383705" y="1147406"/>
                  </a:lnTo>
                  <a:lnTo>
                    <a:pt x="315683" y="1075385"/>
                  </a:lnTo>
                  <a:lnTo>
                    <a:pt x="372795" y="1021461"/>
                  </a:lnTo>
                  <a:lnTo>
                    <a:pt x="563587" y="841298"/>
                  </a:lnTo>
                  <a:lnTo>
                    <a:pt x="618642" y="789317"/>
                  </a:lnTo>
                  <a:lnTo>
                    <a:pt x="667740" y="841298"/>
                  </a:lnTo>
                  <a:lnTo>
                    <a:pt x="837844" y="1021461"/>
                  </a:lnTo>
                  <a:lnTo>
                    <a:pt x="896531" y="1083627"/>
                  </a:lnTo>
                  <a:lnTo>
                    <a:pt x="828992" y="1147406"/>
                  </a:lnTo>
                  <a:lnTo>
                    <a:pt x="593585" y="1369695"/>
                  </a:lnTo>
                  <a:lnTo>
                    <a:pt x="383705" y="1147419"/>
                  </a:lnTo>
                  <a:lnTo>
                    <a:pt x="350951" y="1147419"/>
                  </a:lnTo>
                  <a:lnTo>
                    <a:pt x="576262" y="1386039"/>
                  </a:lnTo>
                  <a:lnTo>
                    <a:pt x="903198" y="1732280"/>
                  </a:lnTo>
                  <a:lnTo>
                    <a:pt x="1181100" y="2026589"/>
                  </a:lnTo>
                  <a:lnTo>
                    <a:pt x="1483512" y="2346871"/>
                  </a:lnTo>
                  <a:lnTo>
                    <a:pt x="1785924" y="2667152"/>
                  </a:lnTo>
                  <a:lnTo>
                    <a:pt x="1802231" y="2684437"/>
                  </a:lnTo>
                  <a:lnTo>
                    <a:pt x="1810448" y="2693124"/>
                  </a:lnTo>
                  <a:lnTo>
                    <a:pt x="2006727" y="2900984"/>
                  </a:lnTo>
                  <a:lnTo>
                    <a:pt x="2039467" y="2900984"/>
                  </a:lnTo>
                  <a:lnTo>
                    <a:pt x="1827758" y="2676779"/>
                  </a:lnTo>
                  <a:lnTo>
                    <a:pt x="2130717" y="2390724"/>
                  </a:lnTo>
                  <a:lnTo>
                    <a:pt x="2408618" y="2685021"/>
                  </a:lnTo>
                  <a:lnTo>
                    <a:pt x="2179891" y="2900984"/>
                  </a:lnTo>
                  <a:lnTo>
                    <a:pt x="2214575" y="2900984"/>
                  </a:lnTo>
                  <a:lnTo>
                    <a:pt x="2231910" y="2900984"/>
                  </a:lnTo>
                  <a:lnTo>
                    <a:pt x="2433142" y="2710980"/>
                  </a:lnTo>
                  <a:lnTo>
                    <a:pt x="2612555" y="2900984"/>
                  </a:lnTo>
                  <a:lnTo>
                    <a:pt x="2645295" y="2900984"/>
                  </a:lnTo>
                  <a:lnTo>
                    <a:pt x="2661678" y="2900984"/>
                  </a:lnTo>
                  <a:lnTo>
                    <a:pt x="2459113" y="2686469"/>
                  </a:lnTo>
                  <a:lnTo>
                    <a:pt x="2753410" y="2408580"/>
                  </a:lnTo>
                  <a:lnTo>
                    <a:pt x="3031312" y="2702890"/>
                  </a:lnTo>
                  <a:lnTo>
                    <a:pt x="2821508" y="2900984"/>
                  </a:lnTo>
                  <a:lnTo>
                    <a:pt x="2856192" y="2900984"/>
                  </a:lnTo>
                  <a:lnTo>
                    <a:pt x="2873527" y="2900984"/>
                  </a:lnTo>
                  <a:lnTo>
                    <a:pt x="3055836" y="2728849"/>
                  </a:lnTo>
                  <a:lnTo>
                    <a:pt x="3218383" y="2900984"/>
                  </a:lnTo>
                  <a:lnTo>
                    <a:pt x="3251123" y="2900984"/>
                  </a:lnTo>
                  <a:lnTo>
                    <a:pt x="3267506" y="2900984"/>
                  </a:lnTo>
                  <a:close/>
                </a:path>
                <a:path w="3513454" h="2901315">
                  <a:moveTo>
                    <a:pt x="3513112" y="2900984"/>
                  </a:moveTo>
                  <a:lnTo>
                    <a:pt x="3505898" y="2893352"/>
                  </a:lnTo>
                  <a:lnTo>
                    <a:pt x="3489553" y="2876042"/>
                  </a:lnTo>
                  <a:lnTo>
                    <a:pt x="3463125" y="2900984"/>
                  </a:lnTo>
                  <a:lnTo>
                    <a:pt x="3497808" y="2900984"/>
                  </a:lnTo>
                  <a:lnTo>
                    <a:pt x="3513112" y="2900984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724" y="7386003"/>
              <a:ext cx="88966" cy="10725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70148" y="-1"/>
              <a:ext cx="9806831" cy="829952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726457" y="7196957"/>
              <a:ext cx="2618740" cy="431800"/>
            </a:xfrm>
            <a:custGeom>
              <a:avLst/>
              <a:gdLst/>
              <a:ahLst/>
              <a:cxnLst/>
              <a:rect l="l" t="t" r="r" b="b"/>
              <a:pathLst>
                <a:path w="2618739" h="431800">
                  <a:moveTo>
                    <a:pt x="440086" y="284480"/>
                  </a:moveTo>
                  <a:lnTo>
                    <a:pt x="288552" y="284480"/>
                  </a:lnTo>
                  <a:lnTo>
                    <a:pt x="338622" y="276860"/>
                  </a:lnTo>
                  <a:lnTo>
                    <a:pt x="389652" y="260350"/>
                  </a:lnTo>
                  <a:lnTo>
                    <a:pt x="408208" y="252730"/>
                  </a:lnTo>
                  <a:lnTo>
                    <a:pt x="417693" y="247650"/>
                  </a:lnTo>
                  <a:lnTo>
                    <a:pt x="427265" y="243840"/>
                  </a:lnTo>
                  <a:lnTo>
                    <a:pt x="423561" y="236220"/>
                  </a:lnTo>
                  <a:lnTo>
                    <a:pt x="417557" y="219710"/>
                  </a:lnTo>
                  <a:lnTo>
                    <a:pt x="415256" y="210820"/>
                  </a:lnTo>
                  <a:lnTo>
                    <a:pt x="410995" y="175260"/>
                  </a:lnTo>
                  <a:lnTo>
                    <a:pt x="415140" y="138430"/>
                  </a:lnTo>
                  <a:lnTo>
                    <a:pt x="427476" y="99060"/>
                  </a:lnTo>
                  <a:lnTo>
                    <a:pt x="447788" y="60960"/>
                  </a:lnTo>
                  <a:lnTo>
                    <a:pt x="471601" y="30480"/>
                  </a:lnTo>
                  <a:lnTo>
                    <a:pt x="526538" y="0"/>
                  </a:lnTo>
                  <a:lnTo>
                    <a:pt x="555211" y="0"/>
                  </a:lnTo>
                  <a:lnTo>
                    <a:pt x="590407" y="17780"/>
                  </a:lnTo>
                  <a:lnTo>
                    <a:pt x="607754" y="40640"/>
                  </a:lnTo>
                  <a:lnTo>
                    <a:pt x="540767" y="40640"/>
                  </a:lnTo>
                  <a:lnTo>
                    <a:pt x="524721" y="44450"/>
                  </a:lnTo>
                  <a:lnTo>
                    <a:pt x="483936" y="83820"/>
                  </a:lnTo>
                  <a:lnTo>
                    <a:pt x="460371" y="133350"/>
                  </a:lnTo>
                  <a:lnTo>
                    <a:pt x="454037" y="166370"/>
                  </a:lnTo>
                  <a:lnTo>
                    <a:pt x="456172" y="193040"/>
                  </a:lnTo>
                  <a:lnTo>
                    <a:pt x="456274" y="194310"/>
                  </a:lnTo>
                  <a:lnTo>
                    <a:pt x="456376" y="195580"/>
                  </a:lnTo>
                  <a:lnTo>
                    <a:pt x="456478" y="196850"/>
                  </a:lnTo>
                  <a:lnTo>
                    <a:pt x="456579" y="198120"/>
                  </a:lnTo>
                  <a:lnTo>
                    <a:pt x="464785" y="222250"/>
                  </a:lnTo>
                  <a:lnTo>
                    <a:pt x="538598" y="222250"/>
                  </a:lnTo>
                  <a:lnTo>
                    <a:pt x="531593" y="228600"/>
                  </a:lnTo>
                  <a:lnTo>
                    <a:pt x="490108" y="257810"/>
                  </a:lnTo>
                  <a:lnTo>
                    <a:pt x="496796" y="264160"/>
                  </a:lnTo>
                  <a:lnTo>
                    <a:pt x="503808" y="269240"/>
                  </a:lnTo>
                  <a:lnTo>
                    <a:pt x="511143" y="274320"/>
                  </a:lnTo>
                  <a:lnTo>
                    <a:pt x="518805" y="279400"/>
                  </a:lnTo>
                  <a:lnTo>
                    <a:pt x="451734" y="279400"/>
                  </a:lnTo>
                  <a:lnTo>
                    <a:pt x="440086" y="284480"/>
                  </a:lnTo>
                  <a:close/>
                </a:path>
                <a:path w="2618739" h="431800">
                  <a:moveTo>
                    <a:pt x="857007" y="317500"/>
                  </a:moveTo>
                  <a:lnTo>
                    <a:pt x="668217" y="317500"/>
                  </a:lnTo>
                  <a:lnTo>
                    <a:pt x="719186" y="314960"/>
                  </a:lnTo>
                  <a:lnTo>
                    <a:pt x="773253" y="306070"/>
                  </a:lnTo>
                  <a:lnTo>
                    <a:pt x="827251" y="284480"/>
                  </a:lnTo>
                  <a:lnTo>
                    <a:pt x="831798" y="283210"/>
                  </a:lnTo>
                  <a:lnTo>
                    <a:pt x="836251" y="280670"/>
                  </a:lnTo>
                  <a:lnTo>
                    <a:pt x="840616" y="278130"/>
                  </a:lnTo>
                  <a:lnTo>
                    <a:pt x="831458" y="257810"/>
                  </a:lnTo>
                  <a:lnTo>
                    <a:pt x="824908" y="237490"/>
                  </a:lnTo>
                  <a:lnTo>
                    <a:pt x="820965" y="215900"/>
                  </a:lnTo>
                  <a:lnTo>
                    <a:pt x="820149" y="201930"/>
                  </a:lnTo>
                  <a:lnTo>
                    <a:pt x="820075" y="200660"/>
                  </a:lnTo>
                  <a:lnTo>
                    <a:pt x="820000" y="199390"/>
                  </a:lnTo>
                  <a:lnTo>
                    <a:pt x="819926" y="198120"/>
                  </a:lnTo>
                  <a:lnTo>
                    <a:pt x="819852" y="196850"/>
                  </a:lnTo>
                  <a:lnTo>
                    <a:pt x="819778" y="195580"/>
                  </a:lnTo>
                  <a:lnTo>
                    <a:pt x="819703" y="194310"/>
                  </a:lnTo>
                  <a:lnTo>
                    <a:pt x="819629" y="193040"/>
                  </a:lnTo>
                  <a:lnTo>
                    <a:pt x="824528" y="160020"/>
                  </a:lnTo>
                  <a:lnTo>
                    <a:pt x="838955" y="115570"/>
                  </a:lnTo>
                  <a:lnTo>
                    <a:pt x="862542" y="72390"/>
                  </a:lnTo>
                  <a:lnTo>
                    <a:pt x="894922" y="41910"/>
                  </a:lnTo>
                  <a:lnTo>
                    <a:pt x="917151" y="34290"/>
                  </a:lnTo>
                  <a:lnTo>
                    <a:pt x="933029" y="34290"/>
                  </a:lnTo>
                  <a:lnTo>
                    <a:pt x="978336" y="73660"/>
                  </a:lnTo>
                  <a:lnTo>
                    <a:pt x="978740" y="76200"/>
                  </a:lnTo>
                  <a:lnTo>
                    <a:pt x="923497" y="76200"/>
                  </a:lnTo>
                  <a:lnTo>
                    <a:pt x="920709" y="77470"/>
                  </a:lnTo>
                  <a:lnTo>
                    <a:pt x="918124" y="77470"/>
                  </a:lnTo>
                  <a:lnTo>
                    <a:pt x="915749" y="78740"/>
                  </a:lnTo>
                  <a:lnTo>
                    <a:pt x="895586" y="100330"/>
                  </a:lnTo>
                  <a:lnTo>
                    <a:pt x="878577" y="132080"/>
                  </a:lnTo>
                  <a:lnTo>
                    <a:pt x="866829" y="166370"/>
                  </a:lnTo>
                  <a:lnTo>
                    <a:pt x="862445" y="193040"/>
                  </a:lnTo>
                  <a:lnTo>
                    <a:pt x="863071" y="204470"/>
                  </a:lnTo>
                  <a:lnTo>
                    <a:pt x="863141" y="205740"/>
                  </a:lnTo>
                  <a:lnTo>
                    <a:pt x="863210" y="207010"/>
                  </a:lnTo>
                  <a:lnTo>
                    <a:pt x="863280" y="208280"/>
                  </a:lnTo>
                  <a:lnTo>
                    <a:pt x="865735" y="223520"/>
                  </a:lnTo>
                  <a:lnTo>
                    <a:pt x="869808" y="237490"/>
                  </a:lnTo>
                  <a:lnTo>
                    <a:pt x="875501" y="251460"/>
                  </a:lnTo>
                  <a:lnTo>
                    <a:pt x="933363" y="251460"/>
                  </a:lnTo>
                  <a:lnTo>
                    <a:pt x="922469" y="265430"/>
                  </a:lnTo>
                  <a:lnTo>
                    <a:pt x="899331" y="287020"/>
                  </a:lnTo>
                  <a:lnTo>
                    <a:pt x="913480" y="300990"/>
                  </a:lnTo>
                  <a:lnTo>
                    <a:pt x="927451" y="312420"/>
                  </a:lnTo>
                  <a:lnTo>
                    <a:pt x="864776" y="312420"/>
                  </a:lnTo>
                  <a:lnTo>
                    <a:pt x="858990" y="316230"/>
                  </a:lnTo>
                  <a:lnTo>
                    <a:pt x="857007" y="317500"/>
                  </a:lnTo>
                  <a:close/>
                </a:path>
                <a:path w="2618739" h="431800">
                  <a:moveTo>
                    <a:pt x="538598" y="222250"/>
                  </a:moveTo>
                  <a:lnTo>
                    <a:pt x="464785" y="222250"/>
                  </a:lnTo>
                  <a:lnTo>
                    <a:pt x="501260" y="198120"/>
                  </a:lnTo>
                  <a:lnTo>
                    <a:pt x="533397" y="170180"/>
                  </a:lnTo>
                  <a:lnTo>
                    <a:pt x="558645" y="139700"/>
                  </a:lnTo>
                  <a:lnTo>
                    <a:pt x="576804" y="99060"/>
                  </a:lnTo>
                  <a:lnTo>
                    <a:pt x="576996" y="96520"/>
                  </a:lnTo>
                  <a:lnTo>
                    <a:pt x="577092" y="95250"/>
                  </a:lnTo>
                  <a:lnTo>
                    <a:pt x="577188" y="93980"/>
                  </a:lnTo>
                  <a:lnTo>
                    <a:pt x="577284" y="92710"/>
                  </a:lnTo>
                  <a:lnTo>
                    <a:pt x="577380" y="91440"/>
                  </a:lnTo>
                  <a:lnTo>
                    <a:pt x="564579" y="52070"/>
                  </a:lnTo>
                  <a:lnTo>
                    <a:pt x="546889" y="41910"/>
                  </a:lnTo>
                  <a:lnTo>
                    <a:pt x="544867" y="40640"/>
                  </a:lnTo>
                  <a:lnTo>
                    <a:pt x="607754" y="40640"/>
                  </a:lnTo>
                  <a:lnTo>
                    <a:pt x="610228" y="45720"/>
                  </a:lnTo>
                  <a:lnTo>
                    <a:pt x="614137" y="55880"/>
                  </a:lnTo>
                  <a:lnTo>
                    <a:pt x="617007" y="66040"/>
                  </a:lnTo>
                  <a:lnTo>
                    <a:pt x="618837" y="76200"/>
                  </a:lnTo>
                  <a:lnTo>
                    <a:pt x="619605" y="87630"/>
                  </a:lnTo>
                  <a:lnTo>
                    <a:pt x="619483" y="91440"/>
                  </a:lnTo>
                  <a:lnTo>
                    <a:pt x="619361" y="95250"/>
                  </a:lnTo>
                  <a:lnTo>
                    <a:pt x="596794" y="158750"/>
                  </a:lnTo>
                  <a:lnTo>
                    <a:pt x="568016" y="195580"/>
                  </a:lnTo>
                  <a:lnTo>
                    <a:pt x="538598" y="222250"/>
                  </a:lnTo>
                  <a:close/>
                </a:path>
                <a:path w="2618739" h="431800">
                  <a:moveTo>
                    <a:pt x="2116330" y="388620"/>
                  </a:moveTo>
                  <a:lnTo>
                    <a:pt x="1930481" y="388620"/>
                  </a:lnTo>
                  <a:lnTo>
                    <a:pt x="1983451" y="386080"/>
                  </a:lnTo>
                  <a:lnTo>
                    <a:pt x="2035256" y="374650"/>
                  </a:lnTo>
                  <a:lnTo>
                    <a:pt x="2086134" y="355600"/>
                  </a:lnTo>
                  <a:lnTo>
                    <a:pt x="2128808" y="330200"/>
                  </a:lnTo>
                  <a:lnTo>
                    <a:pt x="2141758" y="320040"/>
                  </a:lnTo>
                  <a:lnTo>
                    <a:pt x="2121536" y="294640"/>
                  </a:lnTo>
                  <a:lnTo>
                    <a:pt x="2105564" y="265430"/>
                  </a:lnTo>
                  <a:lnTo>
                    <a:pt x="2094483" y="231140"/>
                  </a:lnTo>
                  <a:lnTo>
                    <a:pt x="2089132" y="196850"/>
                  </a:lnTo>
                  <a:lnTo>
                    <a:pt x="2089234" y="185420"/>
                  </a:lnTo>
                  <a:lnTo>
                    <a:pt x="2089271" y="184150"/>
                  </a:lnTo>
                  <a:lnTo>
                    <a:pt x="2089384" y="180340"/>
                  </a:lnTo>
                  <a:lnTo>
                    <a:pt x="2089458" y="177800"/>
                  </a:lnTo>
                  <a:lnTo>
                    <a:pt x="2089533" y="175260"/>
                  </a:lnTo>
                  <a:lnTo>
                    <a:pt x="2089608" y="172720"/>
                  </a:lnTo>
                  <a:lnTo>
                    <a:pt x="2089683" y="170180"/>
                  </a:lnTo>
                  <a:lnTo>
                    <a:pt x="2089796" y="166370"/>
                  </a:lnTo>
                  <a:lnTo>
                    <a:pt x="2089908" y="162560"/>
                  </a:lnTo>
                  <a:lnTo>
                    <a:pt x="2090021" y="158750"/>
                  </a:lnTo>
                  <a:lnTo>
                    <a:pt x="2090133" y="154940"/>
                  </a:lnTo>
                  <a:lnTo>
                    <a:pt x="2099266" y="119380"/>
                  </a:lnTo>
                  <a:lnTo>
                    <a:pt x="2139564" y="63500"/>
                  </a:lnTo>
                  <a:lnTo>
                    <a:pt x="2177040" y="46990"/>
                  </a:lnTo>
                  <a:lnTo>
                    <a:pt x="2187361" y="45720"/>
                  </a:lnTo>
                  <a:lnTo>
                    <a:pt x="2207879" y="45720"/>
                  </a:lnTo>
                  <a:lnTo>
                    <a:pt x="2247763" y="60960"/>
                  </a:lnTo>
                  <a:lnTo>
                    <a:pt x="2275230" y="87630"/>
                  </a:lnTo>
                  <a:lnTo>
                    <a:pt x="2194157" y="87630"/>
                  </a:lnTo>
                  <a:lnTo>
                    <a:pt x="2179225" y="90170"/>
                  </a:lnTo>
                  <a:lnTo>
                    <a:pt x="2149722" y="114300"/>
                  </a:lnTo>
                  <a:lnTo>
                    <a:pt x="2132293" y="162560"/>
                  </a:lnTo>
                  <a:lnTo>
                    <a:pt x="2132209" y="166370"/>
                  </a:lnTo>
                  <a:lnTo>
                    <a:pt x="2132125" y="170180"/>
                  </a:lnTo>
                  <a:lnTo>
                    <a:pt x="2132014" y="175260"/>
                  </a:lnTo>
                  <a:lnTo>
                    <a:pt x="2131902" y="180340"/>
                  </a:lnTo>
                  <a:lnTo>
                    <a:pt x="2131790" y="185420"/>
                  </a:lnTo>
                  <a:lnTo>
                    <a:pt x="2131679" y="190500"/>
                  </a:lnTo>
                  <a:lnTo>
                    <a:pt x="2131623" y="193040"/>
                  </a:lnTo>
                  <a:lnTo>
                    <a:pt x="2136001" y="220980"/>
                  </a:lnTo>
                  <a:lnTo>
                    <a:pt x="2144666" y="247650"/>
                  </a:lnTo>
                  <a:lnTo>
                    <a:pt x="2157022" y="270510"/>
                  </a:lnTo>
                  <a:lnTo>
                    <a:pt x="2172477" y="289560"/>
                  </a:lnTo>
                  <a:lnTo>
                    <a:pt x="2228899" y="289560"/>
                  </a:lnTo>
                  <a:lnTo>
                    <a:pt x="2221319" y="298450"/>
                  </a:lnTo>
                  <a:lnTo>
                    <a:pt x="2258904" y="325120"/>
                  </a:lnTo>
                  <a:lnTo>
                    <a:pt x="2307890" y="328930"/>
                  </a:lnTo>
                  <a:lnTo>
                    <a:pt x="2354964" y="330200"/>
                  </a:lnTo>
                  <a:lnTo>
                    <a:pt x="2522568" y="330200"/>
                  </a:lnTo>
                  <a:lnTo>
                    <a:pt x="2490795" y="345440"/>
                  </a:lnTo>
                  <a:lnTo>
                    <a:pt x="2177823" y="345440"/>
                  </a:lnTo>
                  <a:lnTo>
                    <a:pt x="2160770" y="359410"/>
                  </a:lnTo>
                  <a:lnTo>
                    <a:pt x="2142763" y="373380"/>
                  </a:lnTo>
                  <a:lnTo>
                    <a:pt x="2123800" y="384810"/>
                  </a:lnTo>
                  <a:lnTo>
                    <a:pt x="2116330" y="388620"/>
                  </a:lnTo>
                  <a:close/>
                </a:path>
                <a:path w="2618739" h="431800">
                  <a:moveTo>
                    <a:pt x="1286687" y="351790"/>
                  </a:moveTo>
                  <a:lnTo>
                    <a:pt x="1098514" y="351790"/>
                  </a:lnTo>
                  <a:lnTo>
                    <a:pt x="1146684" y="347980"/>
                  </a:lnTo>
                  <a:lnTo>
                    <a:pt x="1194285" y="340360"/>
                  </a:lnTo>
                  <a:lnTo>
                    <a:pt x="1239961" y="326390"/>
                  </a:lnTo>
                  <a:lnTo>
                    <a:pt x="1282354" y="306070"/>
                  </a:lnTo>
                  <a:lnTo>
                    <a:pt x="1276410" y="298450"/>
                  </a:lnTo>
                  <a:lnTo>
                    <a:pt x="1270986" y="292100"/>
                  </a:lnTo>
                  <a:lnTo>
                    <a:pt x="1266083" y="284480"/>
                  </a:lnTo>
                  <a:lnTo>
                    <a:pt x="1261698" y="275590"/>
                  </a:lnTo>
                  <a:lnTo>
                    <a:pt x="1251758" y="233680"/>
                  </a:lnTo>
                  <a:lnTo>
                    <a:pt x="1254008" y="180340"/>
                  </a:lnTo>
                  <a:lnTo>
                    <a:pt x="1268155" y="124460"/>
                  </a:lnTo>
                  <a:lnTo>
                    <a:pt x="1293905" y="78740"/>
                  </a:lnTo>
                  <a:lnTo>
                    <a:pt x="1332396" y="50800"/>
                  </a:lnTo>
                  <a:lnTo>
                    <a:pt x="1354309" y="46990"/>
                  </a:lnTo>
                  <a:lnTo>
                    <a:pt x="1377310" y="50800"/>
                  </a:lnTo>
                  <a:lnTo>
                    <a:pt x="1415381" y="73660"/>
                  </a:lnTo>
                  <a:lnTo>
                    <a:pt x="1425963" y="90170"/>
                  </a:lnTo>
                  <a:lnTo>
                    <a:pt x="1355464" y="90170"/>
                  </a:lnTo>
                  <a:lnTo>
                    <a:pt x="1349027" y="91440"/>
                  </a:lnTo>
                  <a:lnTo>
                    <a:pt x="1307155" y="142240"/>
                  </a:lnTo>
                  <a:lnTo>
                    <a:pt x="1296300" y="185420"/>
                  </a:lnTo>
                  <a:lnTo>
                    <a:pt x="1294362" y="220980"/>
                  </a:lnTo>
                  <a:lnTo>
                    <a:pt x="1294292" y="222250"/>
                  </a:lnTo>
                  <a:lnTo>
                    <a:pt x="1294223" y="223520"/>
                  </a:lnTo>
                  <a:lnTo>
                    <a:pt x="1294154" y="224790"/>
                  </a:lnTo>
                  <a:lnTo>
                    <a:pt x="1294085" y="226060"/>
                  </a:lnTo>
                  <a:lnTo>
                    <a:pt x="1303845" y="264160"/>
                  </a:lnTo>
                  <a:lnTo>
                    <a:pt x="1312919" y="275590"/>
                  </a:lnTo>
                  <a:lnTo>
                    <a:pt x="1318220" y="281940"/>
                  </a:lnTo>
                  <a:lnTo>
                    <a:pt x="1379250" y="281940"/>
                  </a:lnTo>
                  <a:lnTo>
                    <a:pt x="1373200" y="288290"/>
                  </a:lnTo>
                  <a:lnTo>
                    <a:pt x="1366929" y="294640"/>
                  </a:lnTo>
                  <a:lnTo>
                    <a:pt x="1360439" y="300990"/>
                  </a:lnTo>
                  <a:lnTo>
                    <a:pt x="1353728" y="307340"/>
                  </a:lnTo>
                  <a:lnTo>
                    <a:pt x="1402525" y="328930"/>
                  </a:lnTo>
                  <a:lnTo>
                    <a:pt x="1426147" y="335280"/>
                  </a:lnTo>
                  <a:lnTo>
                    <a:pt x="1316920" y="335280"/>
                  </a:lnTo>
                  <a:lnTo>
                    <a:pt x="1286687" y="351790"/>
                  </a:lnTo>
                  <a:close/>
                </a:path>
                <a:path w="2618739" h="431800">
                  <a:moveTo>
                    <a:pt x="1678742" y="347980"/>
                  </a:moveTo>
                  <a:lnTo>
                    <a:pt x="1507690" y="347980"/>
                  </a:lnTo>
                  <a:lnTo>
                    <a:pt x="1560182" y="344170"/>
                  </a:lnTo>
                  <a:lnTo>
                    <a:pt x="1610028" y="332740"/>
                  </a:lnTo>
                  <a:lnTo>
                    <a:pt x="1655291" y="311150"/>
                  </a:lnTo>
                  <a:lnTo>
                    <a:pt x="1659303" y="309880"/>
                  </a:lnTo>
                  <a:lnTo>
                    <a:pt x="1665757" y="306070"/>
                  </a:lnTo>
                  <a:lnTo>
                    <a:pt x="1673588" y="299720"/>
                  </a:lnTo>
                  <a:lnTo>
                    <a:pt x="1670041" y="294640"/>
                  </a:lnTo>
                  <a:lnTo>
                    <a:pt x="1666707" y="288290"/>
                  </a:lnTo>
                  <a:lnTo>
                    <a:pt x="1663587" y="281940"/>
                  </a:lnTo>
                  <a:lnTo>
                    <a:pt x="1660681" y="275590"/>
                  </a:lnTo>
                  <a:lnTo>
                    <a:pt x="1647348" y="233680"/>
                  </a:lnTo>
                  <a:lnTo>
                    <a:pt x="1643922" y="190500"/>
                  </a:lnTo>
                  <a:lnTo>
                    <a:pt x="1650333" y="148590"/>
                  </a:lnTo>
                  <a:lnTo>
                    <a:pt x="1666512" y="110490"/>
                  </a:lnTo>
                  <a:lnTo>
                    <a:pt x="1694062" y="78740"/>
                  </a:lnTo>
                  <a:lnTo>
                    <a:pt x="1727581" y="66040"/>
                  </a:lnTo>
                  <a:lnTo>
                    <a:pt x="1746430" y="67310"/>
                  </a:lnTo>
                  <a:lnTo>
                    <a:pt x="1764252" y="74930"/>
                  </a:lnTo>
                  <a:lnTo>
                    <a:pt x="1779996" y="87630"/>
                  </a:lnTo>
                  <a:lnTo>
                    <a:pt x="1792612" y="104140"/>
                  </a:lnTo>
                  <a:lnTo>
                    <a:pt x="1793973" y="107950"/>
                  </a:lnTo>
                  <a:lnTo>
                    <a:pt x="1730468" y="107950"/>
                  </a:lnTo>
                  <a:lnTo>
                    <a:pt x="1723709" y="110490"/>
                  </a:lnTo>
                  <a:lnTo>
                    <a:pt x="1691364" y="161290"/>
                  </a:lnTo>
                  <a:lnTo>
                    <a:pt x="1686655" y="193040"/>
                  </a:lnTo>
                  <a:lnTo>
                    <a:pt x="1688934" y="219710"/>
                  </a:lnTo>
                  <a:lnTo>
                    <a:pt x="1689043" y="220980"/>
                  </a:lnTo>
                  <a:lnTo>
                    <a:pt x="1689151" y="222250"/>
                  </a:lnTo>
                  <a:lnTo>
                    <a:pt x="1689260" y="223520"/>
                  </a:lnTo>
                  <a:lnTo>
                    <a:pt x="1702218" y="264160"/>
                  </a:lnTo>
                  <a:lnTo>
                    <a:pt x="1707807" y="274320"/>
                  </a:lnTo>
                  <a:lnTo>
                    <a:pt x="1767355" y="274320"/>
                  </a:lnTo>
                  <a:lnTo>
                    <a:pt x="1733356" y="308610"/>
                  </a:lnTo>
                  <a:lnTo>
                    <a:pt x="1753715" y="328930"/>
                  </a:lnTo>
                  <a:lnTo>
                    <a:pt x="1760010" y="334010"/>
                  </a:lnTo>
                  <a:lnTo>
                    <a:pt x="1699292" y="334010"/>
                  </a:lnTo>
                  <a:lnTo>
                    <a:pt x="1678742" y="347980"/>
                  </a:lnTo>
                  <a:close/>
                </a:path>
                <a:path w="2618739" h="431800">
                  <a:moveTo>
                    <a:pt x="933363" y="251460"/>
                  </a:moveTo>
                  <a:lnTo>
                    <a:pt x="875501" y="251460"/>
                  </a:lnTo>
                  <a:lnTo>
                    <a:pt x="893349" y="233680"/>
                  </a:lnTo>
                  <a:lnTo>
                    <a:pt x="908675" y="214630"/>
                  </a:lnTo>
                  <a:lnTo>
                    <a:pt x="921480" y="193040"/>
                  </a:lnTo>
                  <a:lnTo>
                    <a:pt x="931764" y="170180"/>
                  </a:lnTo>
                  <a:lnTo>
                    <a:pt x="938808" y="143510"/>
                  </a:lnTo>
                  <a:lnTo>
                    <a:pt x="941707" y="115570"/>
                  </a:lnTo>
                  <a:lnTo>
                    <a:pt x="941600" y="114300"/>
                  </a:lnTo>
                  <a:lnTo>
                    <a:pt x="941492" y="113030"/>
                  </a:lnTo>
                  <a:lnTo>
                    <a:pt x="941385" y="111760"/>
                  </a:lnTo>
                  <a:lnTo>
                    <a:pt x="941277" y="110490"/>
                  </a:lnTo>
                  <a:lnTo>
                    <a:pt x="941170" y="109220"/>
                  </a:lnTo>
                  <a:lnTo>
                    <a:pt x="941063" y="107950"/>
                  </a:lnTo>
                  <a:lnTo>
                    <a:pt x="940955" y="106680"/>
                  </a:lnTo>
                  <a:lnTo>
                    <a:pt x="940848" y="105410"/>
                  </a:lnTo>
                  <a:lnTo>
                    <a:pt x="940740" y="104140"/>
                  </a:lnTo>
                  <a:lnTo>
                    <a:pt x="940633" y="102870"/>
                  </a:lnTo>
                  <a:lnTo>
                    <a:pt x="940525" y="101600"/>
                  </a:lnTo>
                  <a:lnTo>
                    <a:pt x="940418" y="100330"/>
                  </a:lnTo>
                  <a:lnTo>
                    <a:pt x="940310" y="99060"/>
                  </a:lnTo>
                  <a:lnTo>
                    <a:pt x="940203" y="97790"/>
                  </a:lnTo>
                  <a:lnTo>
                    <a:pt x="940095" y="96520"/>
                  </a:lnTo>
                  <a:lnTo>
                    <a:pt x="939988" y="95250"/>
                  </a:lnTo>
                  <a:lnTo>
                    <a:pt x="939880" y="93980"/>
                  </a:lnTo>
                  <a:lnTo>
                    <a:pt x="939773" y="92710"/>
                  </a:lnTo>
                  <a:lnTo>
                    <a:pt x="932315" y="80010"/>
                  </a:lnTo>
                  <a:lnTo>
                    <a:pt x="929670" y="77470"/>
                  </a:lnTo>
                  <a:lnTo>
                    <a:pt x="926727" y="77470"/>
                  </a:lnTo>
                  <a:lnTo>
                    <a:pt x="923497" y="76200"/>
                  </a:lnTo>
                  <a:lnTo>
                    <a:pt x="978740" y="76200"/>
                  </a:lnTo>
                  <a:lnTo>
                    <a:pt x="984591" y="113030"/>
                  </a:lnTo>
                  <a:lnTo>
                    <a:pt x="980225" y="153670"/>
                  </a:lnTo>
                  <a:lnTo>
                    <a:pt x="971890" y="184150"/>
                  </a:lnTo>
                  <a:lnTo>
                    <a:pt x="958750" y="213360"/>
                  </a:lnTo>
                  <a:lnTo>
                    <a:pt x="942276" y="240030"/>
                  </a:lnTo>
                  <a:lnTo>
                    <a:pt x="933363" y="251460"/>
                  </a:lnTo>
                  <a:close/>
                </a:path>
                <a:path w="2618739" h="431800">
                  <a:moveTo>
                    <a:pt x="2228899" y="289560"/>
                  </a:moveTo>
                  <a:lnTo>
                    <a:pt x="2172477" y="289560"/>
                  </a:lnTo>
                  <a:lnTo>
                    <a:pt x="2184295" y="276860"/>
                  </a:lnTo>
                  <a:lnTo>
                    <a:pt x="2195488" y="262890"/>
                  </a:lnTo>
                  <a:lnTo>
                    <a:pt x="2206058" y="247650"/>
                  </a:lnTo>
                  <a:lnTo>
                    <a:pt x="2216004" y="233680"/>
                  </a:lnTo>
                  <a:lnTo>
                    <a:pt x="2231858" y="204470"/>
                  </a:lnTo>
                  <a:lnTo>
                    <a:pt x="2243255" y="172720"/>
                  </a:lnTo>
                  <a:lnTo>
                    <a:pt x="2248030" y="142240"/>
                  </a:lnTo>
                  <a:lnTo>
                    <a:pt x="2244017" y="118110"/>
                  </a:lnTo>
                  <a:lnTo>
                    <a:pt x="2215689" y="91440"/>
                  </a:lnTo>
                  <a:lnTo>
                    <a:pt x="2207775" y="90170"/>
                  </a:lnTo>
                  <a:lnTo>
                    <a:pt x="2198765" y="87630"/>
                  </a:lnTo>
                  <a:lnTo>
                    <a:pt x="2275230" y="87630"/>
                  </a:lnTo>
                  <a:lnTo>
                    <a:pt x="2277856" y="91440"/>
                  </a:lnTo>
                  <a:lnTo>
                    <a:pt x="2283019" y="101600"/>
                  </a:lnTo>
                  <a:lnTo>
                    <a:pt x="2290800" y="148590"/>
                  </a:lnTo>
                  <a:lnTo>
                    <a:pt x="2281238" y="195580"/>
                  </a:lnTo>
                  <a:lnTo>
                    <a:pt x="2264843" y="233680"/>
                  </a:lnTo>
                  <a:lnTo>
                    <a:pt x="2252123" y="256540"/>
                  </a:lnTo>
                  <a:lnTo>
                    <a:pt x="2242415" y="270510"/>
                  </a:lnTo>
                  <a:lnTo>
                    <a:pt x="2232147" y="285750"/>
                  </a:lnTo>
                  <a:lnTo>
                    <a:pt x="2228899" y="289560"/>
                  </a:lnTo>
                  <a:close/>
                </a:path>
                <a:path w="2618739" h="431800">
                  <a:moveTo>
                    <a:pt x="1379250" y="281940"/>
                  </a:moveTo>
                  <a:lnTo>
                    <a:pt x="1318204" y="281940"/>
                  </a:lnTo>
                  <a:lnTo>
                    <a:pt x="1325837" y="275590"/>
                  </a:lnTo>
                  <a:lnTo>
                    <a:pt x="1333162" y="267970"/>
                  </a:lnTo>
                  <a:lnTo>
                    <a:pt x="1364390" y="227330"/>
                  </a:lnTo>
                  <a:lnTo>
                    <a:pt x="1380671" y="189230"/>
                  </a:lnTo>
                  <a:lnTo>
                    <a:pt x="1390650" y="149860"/>
                  </a:lnTo>
                  <a:lnTo>
                    <a:pt x="1389999" y="133350"/>
                  </a:lnTo>
                  <a:lnTo>
                    <a:pt x="1389949" y="132080"/>
                  </a:lnTo>
                  <a:lnTo>
                    <a:pt x="1389849" y="129540"/>
                  </a:lnTo>
                  <a:lnTo>
                    <a:pt x="1389748" y="127000"/>
                  </a:lnTo>
                  <a:lnTo>
                    <a:pt x="1389648" y="124460"/>
                  </a:lnTo>
                  <a:lnTo>
                    <a:pt x="1389548" y="121920"/>
                  </a:lnTo>
                  <a:lnTo>
                    <a:pt x="1389498" y="120650"/>
                  </a:lnTo>
                  <a:lnTo>
                    <a:pt x="1389398" y="118110"/>
                  </a:lnTo>
                  <a:lnTo>
                    <a:pt x="1389298" y="115570"/>
                  </a:lnTo>
                  <a:lnTo>
                    <a:pt x="1389247" y="114300"/>
                  </a:lnTo>
                  <a:lnTo>
                    <a:pt x="1387798" y="109220"/>
                  </a:lnTo>
                  <a:lnTo>
                    <a:pt x="1384938" y="104140"/>
                  </a:lnTo>
                  <a:lnTo>
                    <a:pt x="1376401" y="95250"/>
                  </a:lnTo>
                  <a:lnTo>
                    <a:pt x="1371358" y="92710"/>
                  </a:lnTo>
                  <a:lnTo>
                    <a:pt x="1365550" y="91440"/>
                  </a:lnTo>
                  <a:lnTo>
                    <a:pt x="1362260" y="90170"/>
                  </a:lnTo>
                  <a:lnTo>
                    <a:pt x="1425963" y="90170"/>
                  </a:lnTo>
                  <a:lnTo>
                    <a:pt x="1428481" y="96520"/>
                  </a:lnTo>
                  <a:lnTo>
                    <a:pt x="1430217" y="102870"/>
                  </a:lnTo>
                  <a:lnTo>
                    <a:pt x="1433278" y="148590"/>
                  </a:lnTo>
                  <a:lnTo>
                    <a:pt x="1433363" y="149860"/>
                  </a:lnTo>
                  <a:lnTo>
                    <a:pt x="1433448" y="151130"/>
                  </a:lnTo>
                  <a:lnTo>
                    <a:pt x="1421457" y="201930"/>
                  </a:lnTo>
                  <a:lnTo>
                    <a:pt x="1401105" y="248920"/>
                  </a:lnTo>
                  <a:lnTo>
                    <a:pt x="1379250" y="281940"/>
                  </a:lnTo>
                  <a:close/>
                </a:path>
                <a:path w="2618739" h="431800">
                  <a:moveTo>
                    <a:pt x="282415" y="327660"/>
                  </a:moveTo>
                  <a:lnTo>
                    <a:pt x="233788" y="326390"/>
                  </a:lnTo>
                  <a:lnTo>
                    <a:pt x="183475" y="316230"/>
                  </a:lnTo>
                  <a:lnTo>
                    <a:pt x="142658" y="300990"/>
                  </a:lnTo>
                  <a:lnTo>
                    <a:pt x="102678" y="279400"/>
                  </a:lnTo>
                  <a:lnTo>
                    <a:pt x="65995" y="251460"/>
                  </a:lnTo>
                  <a:lnTo>
                    <a:pt x="35070" y="217170"/>
                  </a:lnTo>
                  <a:lnTo>
                    <a:pt x="12364" y="177800"/>
                  </a:lnTo>
                  <a:lnTo>
                    <a:pt x="335" y="132080"/>
                  </a:lnTo>
                  <a:lnTo>
                    <a:pt x="0" y="129540"/>
                  </a:lnTo>
                  <a:lnTo>
                    <a:pt x="143" y="127000"/>
                  </a:lnTo>
                  <a:lnTo>
                    <a:pt x="215" y="125730"/>
                  </a:lnTo>
                  <a:lnTo>
                    <a:pt x="1749" y="120650"/>
                  </a:lnTo>
                  <a:lnTo>
                    <a:pt x="3009" y="118110"/>
                  </a:lnTo>
                  <a:lnTo>
                    <a:pt x="6514" y="114300"/>
                  </a:lnTo>
                  <a:lnTo>
                    <a:pt x="8626" y="111760"/>
                  </a:lnTo>
                  <a:lnTo>
                    <a:pt x="13570" y="109220"/>
                  </a:lnTo>
                  <a:lnTo>
                    <a:pt x="16214" y="107950"/>
                  </a:lnTo>
                  <a:lnTo>
                    <a:pt x="24635" y="107950"/>
                  </a:lnTo>
                  <a:lnTo>
                    <a:pt x="30125" y="109220"/>
                  </a:lnTo>
                  <a:lnTo>
                    <a:pt x="32617" y="110490"/>
                  </a:lnTo>
                  <a:lnTo>
                    <a:pt x="37094" y="114300"/>
                  </a:lnTo>
                  <a:lnTo>
                    <a:pt x="38904" y="115570"/>
                  </a:lnTo>
                  <a:lnTo>
                    <a:pt x="41666" y="120650"/>
                  </a:lnTo>
                  <a:lnTo>
                    <a:pt x="42512" y="124460"/>
                  </a:lnTo>
                  <a:lnTo>
                    <a:pt x="42820" y="127000"/>
                  </a:lnTo>
                  <a:lnTo>
                    <a:pt x="55799" y="170180"/>
                  </a:lnTo>
                  <a:lnTo>
                    <a:pt x="81190" y="207010"/>
                  </a:lnTo>
                  <a:lnTo>
                    <a:pt x="115410" y="236220"/>
                  </a:lnTo>
                  <a:lnTo>
                    <a:pt x="154877" y="259080"/>
                  </a:lnTo>
                  <a:lnTo>
                    <a:pt x="196007" y="275590"/>
                  </a:lnTo>
                  <a:lnTo>
                    <a:pt x="240620" y="284480"/>
                  </a:lnTo>
                  <a:lnTo>
                    <a:pt x="440086" y="284480"/>
                  </a:lnTo>
                  <a:lnTo>
                    <a:pt x="405441" y="299720"/>
                  </a:lnTo>
                  <a:lnTo>
                    <a:pt x="369516" y="312420"/>
                  </a:lnTo>
                  <a:lnTo>
                    <a:pt x="328083" y="322580"/>
                  </a:lnTo>
                  <a:lnTo>
                    <a:pt x="282415" y="327660"/>
                  </a:lnTo>
                  <a:close/>
                </a:path>
                <a:path w="2618739" h="431800">
                  <a:moveTo>
                    <a:pt x="1767355" y="274320"/>
                  </a:moveTo>
                  <a:lnTo>
                    <a:pt x="1707807" y="274320"/>
                  </a:lnTo>
                  <a:lnTo>
                    <a:pt x="1736868" y="245110"/>
                  </a:lnTo>
                  <a:lnTo>
                    <a:pt x="1759209" y="209550"/>
                  </a:lnTo>
                  <a:lnTo>
                    <a:pt x="1767748" y="168910"/>
                  </a:lnTo>
                  <a:lnTo>
                    <a:pt x="1755406" y="125730"/>
                  </a:lnTo>
                  <a:lnTo>
                    <a:pt x="1731532" y="107950"/>
                  </a:lnTo>
                  <a:lnTo>
                    <a:pt x="1793973" y="107950"/>
                  </a:lnTo>
                  <a:lnTo>
                    <a:pt x="1808951" y="149860"/>
                  </a:lnTo>
                  <a:lnTo>
                    <a:pt x="1808862" y="154940"/>
                  </a:lnTo>
                  <a:lnTo>
                    <a:pt x="1808751" y="161290"/>
                  </a:lnTo>
                  <a:lnTo>
                    <a:pt x="1808662" y="166370"/>
                  </a:lnTo>
                  <a:lnTo>
                    <a:pt x="1808551" y="172720"/>
                  </a:lnTo>
                  <a:lnTo>
                    <a:pt x="1808462" y="177800"/>
                  </a:lnTo>
                  <a:lnTo>
                    <a:pt x="1808351" y="184150"/>
                  </a:lnTo>
                  <a:lnTo>
                    <a:pt x="1808240" y="190500"/>
                  </a:lnTo>
                  <a:lnTo>
                    <a:pt x="1808174" y="194310"/>
                  </a:lnTo>
                  <a:lnTo>
                    <a:pt x="1793301" y="236220"/>
                  </a:lnTo>
                  <a:lnTo>
                    <a:pt x="1767355" y="274320"/>
                  </a:lnTo>
                  <a:close/>
                </a:path>
                <a:path w="2618739" h="431800">
                  <a:moveTo>
                    <a:pt x="2522568" y="330200"/>
                  </a:moveTo>
                  <a:lnTo>
                    <a:pt x="2354964" y="330200"/>
                  </a:lnTo>
                  <a:lnTo>
                    <a:pt x="2396817" y="326390"/>
                  </a:lnTo>
                  <a:lnTo>
                    <a:pt x="2434161" y="320040"/>
                  </a:lnTo>
                  <a:lnTo>
                    <a:pt x="2504683" y="292100"/>
                  </a:lnTo>
                  <a:lnTo>
                    <a:pt x="2535905" y="269240"/>
                  </a:lnTo>
                  <a:lnTo>
                    <a:pt x="2577246" y="209550"/>
                  </a:lnTo>
                  <a:lnTo>
                    <a:pt x="2578271" y="207010"/>
                  </a:lnTo>
                  <a:lnTo>
                    <a:pt x="2579760" y="204470"/>
                  </a:lnTo>
                  <a:lnTo>
                    <a:pt x="2583678" y="200660"/>
                  </a:lnTo>
                  <a:lnTo>
                    <a:pt x="2585960" y="199390"/>
                  </a:lnTo>
                  <a:lnTo>
                    <a:pt x="2591145" y="196850"/>
                  </a:lnTo>
                  <a:lnTo>
                    <a:pt x="2593862" y="196850"/>
                  </a:lnTo>
                  <a:lnTo>
                    <a:pt x="2596701" y="195580"/>
                  </a:lnTo>
                  <a:lnTo>
                    <a:pt x="2599539" y="195580"/>
                  </a:lnTo>
                  <a:lnTo>
                    <a:pt x="2602278" y="196850"/>
                  </a:lnTo>
                  <a:lnTo>
                    <a:pt x="2604923" y="198120"/>
                  </a:lnTo>
                  <a:lnTo>
                    <a:pt x="2607563" y="198120"/>
                  </a:lnTo>
                  <a:lnTo>
                    <a:pt x="2609911" y="200660"/>
                  </a:lnTo>
                  <a:lnTo>
                    <a:pt x="2614011" y="204470"/>
                  </a:lnTo>
                  <a:lnTo>
                    <a:pt x="2615609" y="205740"/>
                  </a:lnTo>
                  <a:lnTo>
                    <a:pt x="2617902" y="212090"/>
                  </a:lnTo>
                  <a:lnTo>
                    <a:pt x="2618514" y="214630"/>
                  </a:lnTo>
                  <a:lnTo>
                    <a:pt x="2618580" y="217170"/>
                  </a:lnTo>
                  <a:lnTo>
                    <a:pt x="2618651" y="219710"/>
                  </a:lnTo>
                  <a:lnTo>
                    <a:pt x="2596183" y="264160"/>
                  </a:lnTo>
                  <a:lnTo>
                    <a:pt x="2566030" y="299720"/>
                  </a:lnTo>
                  <a:lnTo>
                    <a:pt x="2527864" y="327660"/>
                  </a:lnTo>
                  <a:lnTo>
                    <a:pt x="2522568" y="330200"/>
                  </a:lnTo>
                  <a:close/>
                </a:path>
                <a:path w="2618739" h="431800">
                  <a:moveTo>
                    <a:pt x="668609" y="359410"/>
                  </a:moveTo>
                  <a:lnTo>
                    <a:pt x="617806" y="355600"/>
                  </a:lnTo>
                  <a:lnTo>
                    <a:pt x="550774" y="340360"/>
                  </a:lnTo>
                  <a:lnTo>
                    <a:pt x="496600" y="316230"/>
                  </a:lnTo>
                  <a:lnTo>
                    <a:pt x="461906" y="289560"/>
                  </a:lnTo>
                  <a:lnTo>
                    <a:pt x="451734" y="279400"/>
                  </a:lnTo>
                  <a:lnTo>
                    <a:pt x="518805" y="279400"/>
                  </a:lnTo>
                  <a:lnTo>
                    <a:pt x="540489" y="290830"/>
                  </a:lnTo>
                  <a:lnTo>
                    <a:pt x="565047" y="300990"/>
                  </a:lnTo>
                  <a:lnTo>
                    <a:pt x="592662" y="307340"/>
                  </a:lnTo>
                  <a:lnTo>
                    <a:pt x="623516" y="313690"/>
                  </a:lnTo>
                  <a:lnTo>
                    <a:pt x="668217" y="317500"/>
                  </a:lnTo>
                  <a:lnTo>
                    <a:pt x="857007" y="317500"/>
                  </a:lnTo>
                  <a:lnTo>
                    <a:pt x="853043" y="320040"/>
                  </a:lnTo>
                  <a:lnTo>
                    <a:pt x="846981" y="322580"/>
                  </a:lnTo>
                  <a:lnTo>
                    <a:pt x="806948" y="340360"/>
                  </a:lnTo>
                  <a:lnTo>
                    <a:pt x="763597" y="351790"/>
                  </a:lnTo>
                  <a:lnTo>
                    <a:pt x="717345" y="358140"/>
                  </a:lnTo>
                  <a:lnTo>
                    <a:pt x="668609" y="359410"/>
                  </a:lnTo>
                  <a:close/>
                </a:path>
                <a:path w="2618739" h="431800">
                  <a:moveTo>
                    <a:pt x="1085708" y="394970"/>
                  </a:moveTo>
                  <a:lnTo>
                    <a:pt x="1038100" y="391160"/>
                  </a:lnTo>
                  <a:lnTo>
                    <a:pt x="992468" y="383540"/>
                  </a:lnTo>
                  <a:lnTo>
                    <a:pt x="949851" y="370840"/>
                  </a:lnTo>
                  <a:lnTo>
                    <a:pt x="903455" y="347980"/>
                  </a:lnTo>
                  <a:lnTo>
                    <a:pt x="864776" y="312420"/>
                  </a:lnTo>
                  <a:lnTo>
                    <a:pt x="927451" y="312420"/>
                  </a:lnTo>
                  <a:lnTo>
                    <a:pt x="929003" y="313690"/>
                  </a:lnTo>
                  <a:lnTo>
                    <a:pt x="945898" y="322580"/>
                  </a:lnTo>
                  <a:lnTo>
                    <a:pt x="964164" y="330200"/>
                  </a:lnTo>
                  <a:lnTo>
                    <a:pt x="1005897" y="342900"/>
                  </a:lnTo>
                  <a:lnTo>
                    <a:pt x="1051132" y="349250"/>
                  </a:lnTo>
                  <a:lnTo>
                    <a:pt x="1098514" y="351790"/>
                  </a:lnTo>
                  <a:lnTo>
                    <a:pt x="1286687" y="351790"/>
                  </a:lnTo>
                  <a:lnTo>
                    <a:pt x="1275059" y="358140"/>
                  </a:lnTo>
                  <a:lnTo>
                    <a:pt x="1229966" y="374650"/>
                  </a:lnTo>
                  <a:lnTo>
                    <a:pt x="1182683" y="386080"/>
                  </a:lnTo>
                  <a:lnTo>
                    <a:pt x="1134249" y="392430"/>
                  </a:lnTo>
                  <a:lnTo>
                    <a:pt x="1085708" y="394970"/>
                  </a:lnTo>
                  <a:close/>
                </a:path>
                <a:path w="2618739" h="431800">
                  <a:moveTo>
                    <a:pt x="1939097" y="431800"/>
                  </a:moveTo>
                  <a:lnTo>
                    <a:pt x="1872589" y="426720"/>
                  </a:lnTo>
                  <a:lnTo>
                    <a:pt x="1807635" y="411480"/>
                  </a:lnTo>
                  <a:lnTo>
                    <a:pt x="1751380" y="382270"/>
                  </a:lnTo>
                  <a:lnTo>
                    <a:pt x="1699292" y="334010"/>
                  </a:lnTo>
                  <a:lnTo>
                    <a:pt x="1760010" y="334010"/>
                  </a:lnTo>
                  <a:lnTo>
                    <a:pt x="1775748" y="346710"/>
                  </a:lnTo>
                  <a:lnTo>
                    <a:pt x="1798271" y="360680"/>
                  </a:lnTo>
                  <a:lnTo>
                    <a:pt x="1820096" y="369570"/>
                  </a:lnTo>
                  <a:lnTo>
                    <a:pt x="1876108" y="383540"/>
                  </a:lnTo>
                  <a:lnTo>
                    <a:pt x="1930481" y="388620"/>
                  </a:lnTo>
                  <a:lnTo>
                    <a:pt x="2116330" y="388620"/>
                  </a:lnTo>
                  <a:lnTo>
                    <a:pt x="2103880" y="394970"/>
                  </a:lnTo>
                  <a:lnTo>
                    <a:pt x="2064196" y="411480"/>
                  </a:lnTo>
                  <a:lnTo>
                    <a:pt x="2023504" y="422910"/>
                  </a:lnTo>
                  <a:lnTo>
                    <a:pt x="1981804" y="429260"/>
                  </a:lnTo>
                  <a:lnTo>
                    <a:pt x="1939097" y="431800"/>
                  </a:lnTo>
                  <a:close/>
                </a:path>
                <a:path w="2618739" h="431800">
                  <a:moveTo>
                    <a:pt x="1533335" y="389890"/>
                  </a:moveTo>
                  <a:lnTo>
                    <a:pt x="1481173" y="388620"/>
                  </a:lnTo>
                  <a:lnTo>
                    <a:pt x="1429204" y="381000"/>
                  </a:lnTo>
                  <a:lnTo>
                    <a:pt x="1378841" y="365760"/>
                  </a:lnTo>
                  <a:lnTo>
                    <a:pt x="1331496" y="344170"/>
                  </a:lnTo>
                  <a:lnTo>
                    <a:pt x="1321532" y="337820"/>
                  </a:lnTo>
                  <a:lnTo>
                    <a:pt x="1316920" y="335280"/>
                  </a:lnTo>
                  <a:lnTo>
                    <a:pt x="1426147" y="335280"/>
                  </a:lnTo>
                  <a:lnTo>
                    <a:pt x="1454492" y="342900"/>
                  </a:lnTo>
                  <a:lnTo>
                    <a:pt x="1507690" y="347980"/>
                  </a:lnTo>
                  <a:lnTo>
                    <a:pt x="1678742" y="347980"/>
                  </a:lnTo>
                  <a:lnTo>
                    <a:pt x="1676862" y="349250"/>
                  </a:lnTo>
                  <a:lnTo>
                    <a:pt x="1632592" y="369570"/>
                  </a:lnTo>
                  <a:lnTo>
                    <a:pt x="1584279" y="383540"/>
                  </a:lnTo>
                  <a:lnTo>
                    <a:pt x="1533335" y="389890"/>
                  </a:lnTo>
                  <a:close/>
                </a:path>
                <a:path w="2618739" h="431800">
                  <a:moveTo>
                    <a:pt x="2344074" y="372110"/>
                  </a:moveTo>
                  <a:lnTo>
                    <a:pt x="2306088" y="372110"/>
                  </a:lnTo>
                  <a:lnTo>
                    <a:pt x="2274800" y="369570"/>
                  </a:lnTo>
                  <a:lnTo>
                    <a:pt x="2242323" y="365760"/>
                  </a:lnTo>
                  <a:lnTo>
                    <a:pt x="2209663" y="358140"/>
                  </a:lnTo>
                  <a:lnTo>
                    <a:pt x="2177823" y="345440"/>
                  </a:lnTo>
                  <a:lnTo>
                    <a:pt x="2490795" y="345440"/>
                  </a:lnTo>
                  <a:lnTo>
                    <a:pt x="2482852" y="349250"/>
                  </a:lnTo>
                  <a:lnTo>
                    <a:pt x="2434965" y="363220"/>
                  </a:lnTo>
                  <a:lnTo>
                    <a:pt x="2387869" y="370840"/>
                  </a:lnTo>
                  <a:lnTo>
                    <a:pt x="2344074" y="372110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249307" y="2313710"/>
              <a:ext cx="2874645" cy="5629910"/>
            </a:xfrm>
            <a:custGeom>
              <a:avLst/>
              <a:gdLst/>
              <a:ahLst/>
              <a:cxnLst/>
              <a:rect l="l" t="t" r="r" b="b"/>
              <a:pathLst>
                <a:path w="2874645" h="5629909">
                  <a:moveTo>
                    <a:pt x="754265" y="5252745"/>
                  </a:moveTo>
                  <a:lnTo>
                    <a:pt x="685393" y="5248783"/>
                  </a:lnTo>
                  <a:lnTo>
                    <a:pt x="625894" y="5244198"/>
                  </a:lnTo>
                  <a:lnTo>
                    <a:pt x="575017" y="5238267"/>
                  </a:lnTo>
                  <a:lnTo>
                    <a:pt x="532066" y="5230253"/>
                  </a:lnTo>
                  <a:lnTo>
                    <a:pt x="466953" y="5205069"/>
                  </a:lnTo>
                  <a:lnTo>
                    <a:pt x="424751" y="5162842"/>
                  </a:lnTo>
                  <a:lnTo>
                    <a:pt x="399605" y="5097729"/>
                  </a:lnTo>
                  <a:lnTo>
                    <a:pt x="391617" y="5054765"/>
                  </a:lnTo>
                  <a:lnTo>
                    <a:pt x="385711" y="5003901"/>
                  </a:lnTo>
                  <a:lnTo>
                    <a:pt x="381152" y="4944389"/>
                  </a:lnTo>
                  <a:lnTo>
                    <a:pt x="377228" y="4875517"/>
                  </a:lnTo>
                  <a:lnTo>
                    <a:pt x="373265" y="4944389"/>
                  </a:lnTo>
                  <a:lnTo>
                    <a:pt x="368681" y="5003901"/>
                  </a:lnTo>
                  <a:lnTo>
                    <a:pt x="362750" y="5054765"/>
                  </a:lnTo>
                  <a:lnTo>
                    <a:pt x="354736" y="5097729"/>
                  </a:lnTo>
                  <a:lnTo>
                    <a:pt x="329565" y="5162842"/>
                  </a:lnTo>
                  <a:lnTo>
                    <a:pt x="287324" y="5205069"/>
                  </a:lnTo>
                  <a:lnTo>
                    <a:pt x="222211" y="5230253"/>
                  </a:lnTo>
                  <a:lnTo>
                    <a:pt x="179247" y="5238267"/>
                  </a:lnTo>
                  <a:lnTo>
                    <a:pt x="128384" y="5244198"/>
                  </a:lnTo>
                  <a:lnTo>
                    <a:pt x="68872" y="5248783"/>
                  </a:lnTo>
                  <a:lnTo>
                    <a:pt x="0" y="5252745"/>
                  </a:lnTo>
                  <a:lnTo>
                    <a:pt x="68872" y="5256669"/>
                  </a:lnTo>
                  <a:lnTo>
                    <a:pt x="128384" y="5261229"/>
                  </a:lnTo>
                  <a:lnTo>
                    <a:pt x="179247" y="5267134"/>
                  </a:lnTo>
                  <a:lnTo>
                    <a:pt x="222211" y="5275123"/>
                  </a:lnTo>
                  <a:lnTo>
                    <a:pt x="287324" y="5300269"/>
                  </a:lnTo>
                  <a:lnTo>
                    <a:pt x="329565" y="5342471"/>
                  </a:lnTo>
                  <a:lnTo>
                    <a:pt x="354736" y="5407584"/>
                  </a:lnTo>
                  <a:lnTo>
                    <a:pt x="362750" y="5450535"/>
                  </a:lnTo>
                  <a:lnTo>
                    <a:pt x="368681" y="5501411"/>
                  </a:lnTo>
                  <a:lnTo>
                    <a:pt x="373265" y="5560911"/>
                  </a:lnTo>
                  <a:lnTo>
                    <a:pt x="377228" y="5629783"/>
                  </a:lnTo>
                  <a:lnTo>
                    <a:pt x="381152" y="5560911"/>
                  </a:lnTo>
                  <a:lnTo>
                    <a:pt x="385711" y="5501411"/>
                  </a:lnTo>
                  <a:lnTo>
                    <a:pt x="391617" y="5450535"/>
                  </a:lnTo>
                  <a:lnTo>
                    <a:pt x="399605" y="5407584"/>
                  </a:lnTo>
                  <a:lnTo>
                    <a:pt x="424751" y="5342471"/>
                  </a:lnTo>
                  <a:lnTo>
                    <a:pt x="466953" y="5300269"/>
                  </a:lnTo>
                  <a:lnTo>
                    <a:pt x="532066" y="5275123"/>
                  </a:lnTo>
                  <a:lnTo>
                    <a:pt x="575017" y="5267134"/>
                  </a:lnTo>
                  <a:lnTo>
                    <a:pt x="625894" y="5261229"/>
                  </a:lnTo>
                  <a:lnTo>
                    <a:pt x="685393" y="5256669"/>
                  </a:lnTo>
                  <a:lnTo>
                    <a:pt x="754265" y="5252745"/>
                  </a:lnTo>
                  <a:close/>
                </a:path>
                <a:path w="2874645" h="5629909">
                  <a:moveTo>
                    <a:pt x="2874518" y="377228"/>
                  </a:moveTo>
                  <a:lnTo>
                    <a:pt x="2805646" y="373265"/>
                  </a:lnTo>
                  <a:lnTo>
                    <a:pt x="2746146" y="368681"/>
                  </a:lnTo>
                  <a:lnTo>
                    <a:pt x="2695270" y="362750"/>
                  </a:lnTo>
                  <a:lnTo>
                    <a:pt x="2652318" y="354736"/>
                  </a:lnTo>
                  <a:lnTo>
                    <a:pt x="2587206" y="329552"/>
                  </a:lnTo>
                  <a:lnTo>
                    <a:pt x="2545003" y="287324"/>
                  </a:lnTo>
                  <a:lnTo>
                    <a:pt x="2519857" y="222211"/>
                  </a:lnTo>
                  <a:lnTo>
                    <a:pt x="2511869" y="179247"/>
                  </a:lnTo>
                  <a:lnTo>
                    <a:pt x="2505964" y="128384"/>
                  </a:lnTo>
                  <a:lnTo>
                    <a:pt x="2501404" y="68872"/>
                  </a:lnTo>
                  <a:lnTo>
                    <a:pt x="2497480" y="0"/>
                  </a:lnTo>
                  <a:lnTo>
                    <a:pt x="2493518" y="68872"/>
                  </a:lnTo>
                  <a:lnTo>
                    <a:pt x="2488933" y="128384"/>
                  </a:lnTo>
                  <a:lnTo>
                    <a:pt x="2483002" y="179247"/>
                  </a:lnTo>
                  <a:lnTo>
                    <a:pt x="2474988" y="222211"/>
                  </a:lnTo>
                  <a:lnTo>
                    <a:pt x="2449804" y="287324"/>
                  </a:lnTo>
                  <a:lnTo>
                    <a:pt x="2407577" y="329552"/>
                  </a:lnTo>
                  <a:lnTo>
                    <a:pt x="2342464" y="354736"/>
                  </a:lnTo>
                  <a:lnTo>
                    <a:pt x="2299500" y="362750"/>
                  </a:lnTo>
                  <a:lnTo>
                    <a:pt x="2248636" y="368681"/>
                  </a:lnTo>
                  <a:lnTo>
                    <a:pt x="2189124" y="373265"/>
                  </a:lnTo>
                  <a:lnTo>
                    <a:pt x="2120252" y="377228"/>
                  </a:lnTo>
                  <a:lnTo>
                    <a:pt x="2189124" y="381152"/>
                  </a:lnTo>
                  <a:lnTo>
                    <a:pt x="2248636" y="385711"/>
                  </a:lnTo>
                  <a:lnTo>
                    <a:pt x="2299500" y="391617"/>
                  </a:lnTo>
                  <a:lnTo>
                    <a:pt x="2342464" y="399605"/>
                  </a:lnTo>
                  <a:lnTo>
                    <a:pt x="2407577" y="424751"/>
                  </a:lnTo>
                  <a:lnTo>
                    <a:pt x="2449804" y="466953"/>
                  </a:lnTo>
                  <a:lnTo>
                    <a:pt x="2474988" y="532066"/>
                  </a:lnTo>
                  <a:lnTo>
                    <a:pt x="2483002" y="575017"/>
                  </a:lnTo>
                  <a:lnTo>
                    <a:pt x="2488933" y="625894"/>
                  </a:lnTo>
                  <a:lnTo>
                    <a:pt x="2493518" y="685393"/>
                  </a:lnTo>
                  <a:lnTo>
                    <a:pt x="2497480" y="754265"/>
                  </a:lnTo>
                  <a:lnTo>
                    <a:pt x="2501404" y="685393"/>
                  </a:lnTo>
                  <a:lnTo>
                    <a:pt x="2505964" y="625894"/>
                  </a:lnTo>
                  <a:lnTo>
                    <a:pt x="2511869" y="575017"/>
                  </a:lnTo>
                  <a:lnTo>
                    <a:pt x="2519857" y="532066"/>
                  </a:lnTo>
                  <a:lnTo>
                    <a:pt x="2545003" y="466953"/>
                  </a:lnTo>
                  <a:lnTo>
                    <a:pt x="2587206" y="424751"/>
                  </a:lnTo>
                  <a:lnTo>
                    <a:pt x="2652318" y="399605"/>
                  </a:lnTo>
                  <a:lnTo>
                    <a:pt x="2695270" y="391617"/>
                  </a:lnTo>
                  <a:lnTo>
                    <a:pt x="2746146" y="385711"/>
                  </a:lnTo>
                  <a:lnTo>
                    <a:pt x="2805646" y="381152"/>
                  </a:lnTo>
                  <a:lnTo>
                    <a:pt x="2874518" y="377228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47892" y="3198235"/>
              <a:ext cx="1057275" cy="209550"/>
            </a:xfrm>
            <a:custGeom>
              <a:avLst/>
              <a:gdLst/>
              <a:ahLst/>
              <a:cxnLst/>
              <a:rect l="l" t="t" r="r" b="b"/>
              <a:pathLst>
                <a:path w="1057275" h="209550">
                  <a:moveTo>
                    <a:pt x="121253" y="208970"/>
                  </a:moveTo>
                  <a:lnTo>
                    <a:pt x="90792" y="208970"/>
                  </a:lnTo>
                  <a:lnTo>
                    <a:pt x="64753" y="203713"/>
                  </a:lnTo>
                  <a:lnTo>
                    <a:pt x="31053" y="180992"/>
                  </a:lnTo>
                  <a:lnTo>
                    <a:pt x="8331" y="147291"/>
                  </a:lnTo>
                  <a:lnTo>
                    <a:pt x="0" y="106022"/>
                  </a:lnTo>
                  <a:lnTo>
                    <a:pt x="8331" y="64753"/>
                  </a:lnTo>
                  <a:lnTo>
                    <a:pt x="31053" y="31053"/>
                  </a:lnTo>
                  <a:lnTo>
                    <a:pt x="64753" y="8331"/>
                  </a:lnTo>
                  <a:lnTo>
                    <a:pt x="106022" y="0"/>
                  </a:lnTo>
                  <a:lnTo>
                    <a:pt x="147291" y="8331"/>
                  </a:lnTo>
                  <a:lnTo>
                    <a:pt x="180992" y="31053"/>
                  </a:lnTo>
                  <a:lnTo>
                    <a:pt x="203713" y="64753"/>
                  </a:lnTo>
                  <a:lnTo>
                    <a:pt x="212045" y="106022"/>
                  </a:lnTo>
                  <a:lnTo>
                    <a:pt x="203713" y="147291"/>
                  </a:lnTo>
                  <a:lnTo>
                    <a:pt x="180992" y="180992"/>
                  </a:lnTo>
                  <a:lnTo>
                    <a:pt x="147291" y="203713"/>
                  </a:lnTo>
                  <a:lnTo>
                    <a:pt x="121253" y="208970"/>
                  </a:lnTo>
                  <a:close/>
                </a:path>
                <a:path w="1057275" h="209550">
                  <a:moveTo>
                    <a:pt x="543874" y="208970"/>
                  </a:moveTo>
                  <a:lnTo>
                    <a:pt x="513414" y="208970"/>
                  </a:lnTo>
                  <a:lnTo>
                    <a:pt x="487375" y="203713"/>
                  </a:lnTo>
                  <a:lnTo>
                    <a:pt x="453675" y="180992"/>
                  </a:lnTo>
                  <a:lnTo>
                    <a:pt x="430954" y="147291"/>
                  </a:lnTo>
                  <a:lnTo>
                    <a:pt x="422622" y="106022"/>
                  </a:lnTo>
                  <a:lnTo>
                    <a:pt x="430954" y="64753"/>
                  </a:lnTo>
                  <a:lnTo>
                    <a:pt x="453675" y="31053"/>
                  </a:lnTo>
                  <a:lnTo>
                    <a:pt x="487375" y="8331"/>
                  </a:lnTo>
                  <a:lnTo>
                    <a:pt x="528644" y="0"/>
                  </a:lnTo>
                  <a:lnTo>
                    <a:pt x="569913" y="8331"/>
                  </a:lnTo>
                  <a:lnTo>
                    <a:pt x="603613" y="31053"/>
                  </a:lnTo>
                  <a:lnTo>
                    <a:pt x="626335" y="64753"/>
                  </a:lnTo>
                  <a:lnTo>
                    <a:pt x="634667" y="106022"/>
                  </a:lnTo>
                  <a:lnTo>
                    <a:pt x="626335" y="147291"/>
                  </a:lnTo>
                  <a:lnTo>
                    <a:pt x="603613" y="180992"/>
                  </a:lnTo>
                  <a:lnTo>
                    <a:pt x="569913" y="203713"/>
                  </a:lnTo>
                  <a:lnTo>
                    <a:pt x="543874" y="208970"/>
                  </a:lnTo>
                  <a:close/>
                </a:path>
                <a:path w="1057275" h="209550">
                  <a:moveTo>
                    <a:pt x="966040" y="208970"/>
                  </a:moveTo>
                  <a:lnTo>
                    <a:pt x="935579" y="208970"/>
                  </a:lnTo>
                  <a:lnTo>
                    <a:pt x="909541" y="203713"/>
                  </a:lnTo>
                  <a:lnTo>
                    <a:pt x="875840" y="180992"/>
                  </a:lnTo>
                  <a:lnTo>
                    <a:pt x="853119" y="147291"/>
                  </a:lnTo>
                  <a:lnTo>
                    <a:pt x="844787" y="106022"/>
                  </a:lnTo>
                  <a:lnTo>
                    <a:pt x="853119" y="64753"/>
                  </a:lnTo>
                  <a:lnTo>
                    <a:pt x="875840" y="31053"/>
                  </a:lnTo>
                  <a:lnTo>
                    <a:pt x="909541" y="8331"/>
                  </a:lnTo>
                  <a:lnTo>
                    <a:pt x="950810" y="0"/>
                  </a:lnTo>
                  <a:lnTo>
                    <a:pt x="992079" y="8331"/>
                  </a:lnTo>
                  <a:lnTo>
                    <a:pt x="1025780" y="31053"/>
                  </a:lnTo>
                  <a:lnTo>
                    <a:pt x="1048502" y="64753"/>
                  </a:lnTo>
                  <a:lnTo>
                    <a:pt x="1056834" y="106022"/>
                  </a:lnTo>
                  <a:lnTo>
                    <a:pt x="1048502" y="147291"/>
                  </a:lnTo>
                  <a:lnTo>
                    <a:pt x="1025780" y="180992"/>
                  </a:lnTo>
                  <a:lnTo>
                    <a:pt x="992079" y="203713"/>
                  </a:lnTo>
                  <a:lnTo>
                    <a:pt x="966040" y="208970"/>
                  </a:lnTo>
                  <a:close/>
                </a:path>
              </a:pathLst>
            </a:custGeom>
            <a:solidFill>
              <a:srgbClr val="5940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173411" y="8411606"/>
            <a:ext cx="10421620" cy="7893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130425" marR="5080" indent="-2118360">
              <a:lnSpc>
                <a:spcPct val="114999"/>
              </a:lnSpc>
              <a:spcBef>
                <a:spcPts val="90"/>
              </a:spcBef>
              <a:tabLst>
                <a:tab pos="2130425" algn="l"/>
              </a:tabLst>
            </a:pPr>
            <a:r>
              <a:rPr dirty="0" baseline="2525" sz="3300" spc="187" b="1">
                <a:solidFill>
                  <a:srgbClr val="FFFFFF"/>
                </a:solidFill>
                <a:latin typeface="Trebuchet MS"/>
                <a:cs typeface="Trebuchet MS"/>
              </a:rPr>
              <a:t>Presented</a:t>
            </a:r>
            <a:r>
              <a:rPr dirty="0" baseline="2525" sz="3300" spc="-277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baseline="2525" sz="3300" spc="179" b="1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dirty="0" baseline="2525" sz="3300" spc="-675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dirty="0" sz="2200" spc="120">
                <a:solidFill>
                  <a:srgbClr val="FFFFFF"/>
                </a:solidFill>
                <a:latin typeface="Lucida Sans Unicode"/>
                <a:cs typeface="Lucida Sans Unicode"/>
              </a:rPr>
              <a:t>:</a:t>
            </a:r>
            <a:r>
              <a:rPr dirty="0" sz="2200">
                <a:solidFill>
                  <a:srgbClr val="FFFFFF"/>
                </a:solidFill>
                <a:latin typeface="Lucida Sans Unicode"/>
                <a:cs typeface="Lucida Sans Unicode"/>
              </a:rPr>
              <a:t>	</a:t>
            </a:r>
            <a:r>
              <a:rPr dirty="0" sz="2150" spc="150" b="1">
                <a:solidFill>
                  <a:srgbClr val="372F2D"/>
                </a:solidFill>
                <a:latin typeface="Trebuchet MS"/>
                <a:cs typeface="Trebuchet MS"/>
              </a:rPr>
              <a:t>Gauri</a:t>
            </a:r>
            <a:r>
              <a:rPr dirty="0" sz="2150" spc="-175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20" b="1">
                <a:solidFill>
                  <a:srgbClr val="372F2D"/>
                </a:solidFill>
                <a:latin typeface="Trebuchet MS"/>
                <a:cs typeface="Trebuchet MS"/>
              </a:rPr>
              <a:t>Mehrotra,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35" b="1">
                <a:solidFill>
                  <a:srgbClr val="372F2D"/>
                </a:solidFill>
                <a:latin typeface="Trebuchet MS"/>
                <a:cs typeface="Trebuchet MS"/>
              </a:rPr>
              <a:t>Milind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55" b="1">
                <a:solidFill>
                  <a:srgbClr val="372F2D"/>
                </a:solidFill>
                <a:latin typeface="Trebuchet MS"/>
                <a:cs typeface="Trebuchet MS"/>
              </a:rPr>
              <a:t>Bansal,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280" b="1">
                <a:solidFill>
                  <a:srgbClr val="372F2D"/>
                </a:solidFill>
                <a:latin typeface="Trebuchet MS"/>
                <a:cs typeface="Trebuchet MS"/>
              </a:rPr>
              <a:t>Sambhav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65" b="1">
                <a:solidFill>
                  <a:srgbClr val="372F2D"/>
                </a:solidFill>
                <a:latin typeface="Trebuchet MS"/>
                <a:cs typeface="Trebuchet MS"/>
              </a:rPr>
              <a:t>Kumar,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55" b="1">
                <a:solidFill>
                  <a:srgbClr val="372F2D"/>
                </a:solidFill>
                <a:latin typeface="Trebuchet MS"/>
                <a:cs typeface="Trebuchet MS"/>
              </a:rPr>
              <a:t>Abhishek </a:t>
            </a:r>
            <a:r>
              <a:rPr dirty="0" sz="2150" spc="160" b="1">
                <a:solidFill>
                  <a:srgbClr val="372F2D"/>
                </a:solidFill>
                <a:latin typeface="Trebuchet MS"/>
                <a:cs typeface="Trebuchet MS"/>
              </a:rPr>
              <a:t>Verma,</a:t>
            </a:r>
            <a:r>
              <a:rPr dirty="0" sz="2150" spc="-175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75" b="1">
                <a:solidFill>
                  <a:srgbClr val="372F2D"/>
                </a:solidFill>
                <a:latin typeface="Trebuchet MS"/>
                <a:cs typeface="Trebuchet MS"/>
              </a:rPr>
              <a:t>Abhishek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229" b="1">
                <a:solidFill>
                  <a:srgbClr val="372F2D"/>
                </a:solidFill>
                <a:latin typeface="Trebuchet MS"/>
                <a:cs typeface="Trebuchet MS"/>
              </a:rPr>
              <a:t>Kumar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60" b="1">
                <a:solidFill>
                  <a:srgbClr val="372F2D"/>
                </a:solidFill>
                <a:latin typeface="Trebuchet MS"/>
                <a:cs typeface="Trebuchet MS"/>
              </a:rPr>
              <a:t>Patel,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204" b="1">
                <a:solidFill>
                  <a:srgbClr val="372F2D"/>
                </a:solidFill>
                <a:latin typeface="Trebuchet MS"/>
                <a:cs typeface="Trebuchet MS"/>
              </a:rPr>
              <a:t>Himank</a:t>
            </a:r>
            <a:r>
              <a:rPr dirty="0" sz="2150" spc="-170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150" spc="180" b="1">
                <a:solidFill>
                  <a:srgbClr val="372F2D"/>
                </a:solidFill>
                <a:latin typeface="Trebuchet MS"/>
                <a:cs typeface="Trebuchet MS"/>
              </a:rPr>
              <a:t>Kaushik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35190" y="4008447"/>
            <a:ext cx="6373495" cy="22326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2400" spc="-20" i="1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dirty="0" sz="2400" spc="-35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i="1">
                <a:solidFill>
                  <a:srgbClr val="FFFFFF"/>
                </a:solidFill>
                <a:latin typeface="Verdana"/>
                <a:cs typeface="Verdana"/>
              </a:rPr>
              <a:t>Geography</a:t>
            </a:r>
            <a:r>
              <a:rPr dirty="0" sz="24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i="1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dirty="0" sz="2400" spc="-30" i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400" spc="-10" i="1">
                <a:solidFill>
                  <a:srgbClr val="FFFFFF"/>
                </a:solidFill>
                <a:latin typeface="Verdana"/>
                <a:cs typeface="Verdana"/>
              </a:rPr>
              <a:t>Privatisation: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ts val="4230"/>
              </a:lnSpc>
              <a:spcBef>
                <a:spcPts val="1490"/>
              </a:spcBef>
            </a:pPr>
            <a:r>
              <a:rPr dirty="0" sz="4350" spc="-30" b="1">
                <a:solidFill>
                  <a:srgbClr val="FFFFFF"/>
                </a:solidFill>
                <a:latin typeface="Arial"/>
                <a:cs typeface="Arial"/>
              </a:rPr>
              <a:t>Analysing</a:t>
            </a:r>
            <a:r>
              <a:rPr dirty="0" sz="4350" spc="-2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50" spc="90" b="1">
                <a:solidFill>
                  <a:srgbClr val="FFFFFF"/>
                </a:solidFill>
                <a:latin typeface="Arial"/>
                <a:cs typeface="Arial"/>
              </a:rPr>
              <a:t>Institutional </a:t>
            </a:r>
            <a:r>
              <a:rPr dirty="0" sz="4350" spc="150" b="1">
                <a:solidFill>
                  <a:srgbClr val="FFFFFF"/>
                </a:solidFill>
                <a:latin typeface="Arial"/>
                <a:cs typeface="Arial"/>
              </a:rPr>
              <a:t>Concentration</a:t>
            </a:r>
            <a:r>
              <a:rPr dirty="0" sz="4350" spc="-229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50" spc="-16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4350" spc="-2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50" spc="-10" b="1">
                <a:solidFill>
                  <a:srgbClr val="FFFFFF"/>
                </a:solidFill>
                <a:latin typeface="Arial"/>
                <a:cs typeface="Arial"/>
              </a:rPr>
              <a:t>Indian </a:t>
            </a:r>
            <a:r>
              <a:rPr dirty="0" sz="4350" spc="80" b="1">
                <a:solidFill>
                  <a:srgbClr val="FFFFFF"/>
                </a:solidFill>
                <a:latin typeface="Arial"/>
                <a:cs typeface="Arial"/>
              </a:rPr>
              <a:t>Higher</a:t>
            </a:r>
            <a:r>
              <a:rPr dirty="0" sz="4350" spc="-2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350" spc="-10" b="1">
                <a:solidFill>
                  <a:srgbClr val="FFFFFF"/>
                </a:solidFill>
                <a:latin typeface="Arial"/>
                <a:cs typeface="Arial"/>
              </a:rPr>
              <a:t>Education</a:t>
            </a:r>
            <a:endParaRPr sz="43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545867" y="1133228"/>
            <a:ext cx="6224905" cy="863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Lucida Sans Unicode"/>
                <a:cs typeface="Lucida Sans Unicode"/>
              </a:rPr>
              <a:t>Newton</a:t>
            </a:r>
            <a:r>
              <a:rPr dirty="0" sz="2400" spc="-7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60" b="0">
                <a:solidFill>
                  <a:srgbClr val="FFFFFF"/>
                </a:solidFill>
                <a:latin typeface="Lucida Sans Unicode"/>
                <a:cs typeface="Lucida Sans Unicode"/>
              </a:rPr>
              <a:t>School</a:t>
            </a:r>
            <a:r>
              <a:rPr dirty="0" sz="2400" spc="-7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b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400" spc="-7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45" b="0">
                <a:solidFill>
                  <a:srgbClr val="FFFFFF"/>
                </a:solidFill>
                <a:latin typeface="Lucida Sans Unicode"/>
                <a:cs typeface="Lucida Sans Unicode"/>
              </a:rPr>
              <a:t>Technology</a:t>
            </a:r>
            <a:r>
              <a:rPr dirty="0" sz="2400" spc="-7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-215" b="0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dirty="0" sz="2400" spc="-65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spc="105" b="0">
                <a:solidFill>
                  <a:srgbClr val="FFFFFF"/>
                </a:solidFill>
                <a:latin typeface="Lucida Sans Unicode"/>
                <a:cs typeface="Lucida Sans Unicode"/>
              </a:rPr>
              <a:t>Team</a:t>
            </a:r>
            <a:r>
              <a:rPr dirty="0" sz="2400" spc="-70" b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400" b="0">
                <a:solidFill>
                  <a:srgbClr val="FFFFFF"/>
                </a:solidFill>
                <a:latin typeface="Lucida Sans Unicode"/>
                <a:cs typeface="Lucida Sans Unicode"/>
              </a:rPr>
              <a:t>G-</a:t>
            </a:r>
            <a:r>
              <a:rPr dirty="0" sz="2400" spc="-865" b="0">
                <a:solidFill>
                  <a:srgbClr val="FFFFFF"/>
                </a:solidFill>
                <a:latin typeface="Lucida Sans Unicode"/>
                <a:cs typeface="Lucida Sans Unicode"/>
              </a:rPr>
              <a:t>1</a:t>
            </a:r>
            <a:r>
              <a:rPr dirty="0" sz="2400" spc="75" b="0">
                <a:solidFill>
                  <a:srgbClr val="FFFFFF"/>
                </a:solidFill>
                <a:latin typeface="Lucida Sans Unicode"/>
                <a:cs typeface="Lucida Sans Unicode"/>
              </a:rPr>
              <a:t> (Section-D)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080788" y="1868640"/>
            <a:ext cx="5060315" cy="166179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 marR="5080">
              <a:lnSpc>
                <a:spcPts val="4010"/>
              </a:lnSpc>
              <a:spcBef>
                <a:spcPts val="935"/>
              </a:spcBef>
            </a:pPr>
            <a:r>
              <a:rPr dirty="0" sz="4050" b="1">
                <a:solidFill>
                  <a:srgbClr val="372F2D"/>
                </a:solidFill>
                <a:latin typeface="Arial"/>
                <a:cs typeface="Arial"/>
              </a:rPr>
              <a:t>The</a:t>
            </a:r>
            <a:r>
              <a:rPr dirty="0" sz="4050" spc="-210" b="1">
                <a:solidFill>
                  <a:srgbClr val="372F2D"/>
                </a:solidFill>
                <a:latin typeface="Arial"/>
                <a:cs typeface="Arial"/>
              </a:rPr>
              <a:t> </a:t>
            </a:r>
            <a:r>
              <a:rPr dirty="0" sz="4050" spc="55" b="1">
                <a:solidFill>
                  <a:srgbClr val="372F2D"/>
                </a:solidFill>
                <a:latin typeface="Arial"/>
                <a:cs typeface="Arial"/>
              </a:rPr>
              <a:t>Shifting </a:t>
            </a:r>
            <a:r>
              <a:rPr dirty="0" sz="4050" b="1">
                <a:solidFill>
                  <a:srgbClr val="372F2D"/>
                </a:solidFill>
                <a:latin typeface="Arial"/>
                <a:cs typeface="Arial"/>
              </a:rPr>
              <a:t>Landscape</a:t>
            </a:r>
            <a:r>
              <a:rPr dirty="0" sz="4050" spc="-70" b="1">
                <a:solidFill>
                  <a:srgbClr val="372F2D"/>
                </a:solidFill>
                <a:latin typeface="Arial"/>
                <a:cs typeface="Arial"/>
              </a:rPr>
              <a:t> </a:t>
            </a:r>
            <a:r>
              <a:rPr dirty="0" sz="4050" spc="240" b="1">
                <a:solidFill>
                  <a:srgbClr val="372F2D"/>
                </a:solidFill>
                <a:latin typeface="Arial"/>
                <a:cs typeface="Arial"/>
              </a:rPr>
              <a:t>of</a:t>
            </a:r>
            <a:r>
              <a:rPr dirty="0" sz="4050" spc="-65" b="1">
                <a:solidFill>
                  <a:srgbClr val="372F2D"/>
                </a:solidFill>
                <a:latin typeface="Arial"/>
                <a:cs typeface="Arial"/>
              </a:rPr>
              <a:t> </a:t>
            </a:r>
            <a:r>
              <a:rPr dirty="0" sz="4050" spc="-10" b="1">
                <a:solidFill>
                  <a:srgbClr val="372F2D"/>
                </a:solidFill>
                <a:latin typeface="Arial"/>
                <a:cs typeface="Arial"/>
              </a:rPr>
              <a:t>Indian </a:t>
            </a:r>
            <a:r>
              <a:rPr dirty="0" sz="4050" spc="55" b="1">
                <a:solidFill>
                  <a:srgbClr val="372F2D"/>
                </a:solidFill>
                <a:latin typeface="Arial"/>
                <a:cs typeface="Arial"/>
              </a:rPr>
              <a:t>Higher</a:t>
            </a:r>
            <a:r>
              <a:rPr dirty="0" sz="4050" spc="-235" b="1">
                <a:solidFill>
                  <a:srgbClr val="372F2D"/>
                </a:solidFill>
                <a:latin typeface="Arial"/>
                <a:cs typeface="Arial"/>
              </a:rPr>
              <a:t> </a:t>
            </a:r>
            <a:r>
              <a:rPr dirty="0" sz="4050" spc="-10" b="1">
                <a:solidFill>
                  <a:srgbClr val="372F2D"/>
                </a:solidFill>
                <a:latin typeface="Arial"/>
                <a:cs typeface="Arial"/>
              </a:rPr>
              <a:t>Education</a:t>
            </a:r>
            <a:endParaRPr sz="40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83795" y="1838525"/>
            <a:ext cx="7362825" cy="999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8300"/>
              </a:lnSpc>
              <a:spcBef>
                <a:spcPts val="90"/>
              </a:spcBef>
            </a:pPr>
            <a:r>
              <a:rPr dirty="0" sz="1800">
                <a:latin typeface="Lucida Sans Unicode"/>
                <a:cs typeface="Lucida Sans Unicode"/>
              </a:rPr>
              <a:t>Does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the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 spc="75">
                <a:latin typeface="Lucida Sans Unicode"/>
                <a:cs typeface="Lucida Sans Unicode"/>
              </a:rPr>
              <a:t>increase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private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institutional</a:t>
            </a:r>
            <a:r>
              <a:rPr dirty="0" sz="1800" spc="-30">
                <a:latin typeface="Lucida Sans Unicode"/>
                <a:cs typeface="Lucida Sans Unicode"/>
              </a:rPr>
              <a:t> </a:t>
            </a:r>
            <a:r>
              <a:rPr dirty="0" sz="1800" spc="45">
                <a:latin typeface="Lucida Sans Unicode"/>
                <a:cs typeface="Lucida Sans Unicode"/>
              </a:rPr>
              <a:t>participation</a:t>
            </a:r>
            <a:r>
              <a:rPr dirty="0" sz="1800" spc="-25">
                <a:latin typeface="Lucida Sans Unicode"/>
                <a:cs typeface="Lucida Sans Unicode"/>
              </a:rPr>
              <a:t> </a:t>
            </a:r>
            <a:r>
              <a:rPr dirty="0" sz="1800" spc="45">
                <a:latin typeface="Lucida Sans Unicode"/>
                <a:cs typeface="Lucida Sans Unicode"/>
              </a:rPr>
              <a:t>correlate </a:t>
            </a:r>
            <a:r>
              <a:rPr dirty="0" sz="1800">
                <a:latin typeface="Lucida Sans Unicode"/>
                <a:cs typeface="Lucida Sans Unicode"/>
              </a:rPr>
              <a:t>with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higher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80">
                <a:latin typeface="Lucida Sans Unicode"/>
                <a:cs typeface="Lucida Sans Unicode"/>
              </a:rPr>
              <a:t>geographic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60">
                <a:latin typeface="Lucida Sans Unicode"/>
                <a:cs typeface="Lucida Sans Unicode"/>
              </a:rPr>
              <a:t>concentration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 spc="50">
                <a:latin typeface="Lucida Sans Unicode"/>
                <a:cs typeface="Lucida Sans Unicode"/>
              </a:rPr>
              <a:t>specific</a:t>
            </a:r>
            <a:r>
              <a:rPr dirty="0" sz="1800" spc="10">
                <a:latin typeface="Lucida Sans Unicode"/>
                <a:cs typeface="Lucida Sans Unicode"/>
              </a:rPr>
              <a:t> </a:t>
            </a:r>
            <a:r>
              <a:rPr dirty="0" sz="1800">
                <a:latin typeface="Lucida Sans Unicode"/>
                <a:cs typeface="Lucida Sans Unicode"/>
              </a:rPr>
              <a:t>Indian</a:t>
            </a:r>
            <a:r>
              <a:rPr dirty="0" sz="1800" spc="5">
                <a:latin typeface="Lucida Sans Unicode"/>
                <a:cs typeface="Lucida Sans Unicode"/>
              </a:rPr>
              <a:t> </a:t>
            </a:r>
            <a:r>
              <a:rPr dirty="0" sz="1800" spc="60">
                <a:latin typeface="Lucida Sans Unicode"/>
                <a:cs typeface="Lucida Sans Unicode"/>
              </a:rPr>
              <a:t>states </a:t>
            </a:r>
            <a:r>
              <a:rPr dirty="0" sz="1800">
                <a:latin typeface="Lucida Sans Unicode"/>
                <a:cs typeface="Lucida Sans Unicode"/>
              </a:rPr>
              <a:t>or</a:t>
            </a:r>
            <a:r>
              <a:rPr dirty="0" sz="1800" spc="-80">
                <a:latin typeface="Lucida Sans Unicode"/>
                <a:cs typeface="Lucida Sans Unicode"/>
              </a:rPr>
              <a:t> </a:t>
            </a:r>
            <a:r>
              <a:rPr dirty="0" sz="1800" spc="55">
                <a:latin typeface="Lucida Sans Unicode"/>
                <a:cs typeface="Lucida Sans Unicode"/>
              </a:rPr>
              <a:t>locations?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59183" y="1475416"/>
            <a:ext cx="26435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 b="1">
                <a:solidFill>
                  <a:srgbClr val="372F2D"/>
                </a:solidFill>
                <a:latin typeface="Trebuchet MS"/>
                <a:cs typeface="Trebuchet MS"/>
              </a:rPr>
              <a:t>Problem</a:t>
            </a:r>
            <a:r>
              <a:rPr dirty="0" sz="2000" spc="-165" b="1">
                <a:solidFill>
                  <a:srgbClr val="372F2D"/>
                </a:solidFill>
                <a:latin typeface="Trebuchet MS"/>
                <a:cs typeface="Trebuchet MS"/>
              </a:rPr>
              <a:t> </a:t>
            </a:r>
            <a:r>
              <a:rPr dirty="0" sz="2000" spc="95" b="1">
                <a:solidFill>
                  <a:srgbClr val="372F2D"/>
                </a:solidFill>
                <a:latin typeface="Trebuchet MS"/>
                <a:cs typeface="Trebuchet MS"/>
              </a:rPr>
              <a:t>Statement: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878663" y="5092191"/>
            <a:ext cx="5008245" cy="2967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India</a:t>
            </a:r>
            <a:r>
              <a:rPr dirty="0" baseline="1683" sz="2475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75">
                <a:solidFill>
                  <a:srgbClr val="FFFFFF"/>
                </a:solidFill>
                <a:latin typeface="Lucida Sans Unicode"/>
                <a:cs typeface="Lucida Sans Unicode"/>
              </a:rPr>
              <a:t>boasts</a:t>
            </a:r>
            <a:r>
              <a:rPr dirty="0" baseline="1683" sz="2475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75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dirty="0" baseline="1683" sz="2475" spc="-22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baseline="1683" sz="2475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baseline="1683" sz="2475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60">
                <a:solidFill>
                  <a:srgbClr val="FFFFFF"/>
                </a:solidFill>
                <a:latin typeface="Lucida Sans Unicode"/>
                <a:cs typeface="Lucida Sans Unicode"/>
              </a:rPr>
              <a:t>globe'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'</a:t>
            </a:r>
            <a:r>
              <a:rPr dirty="0" baseline="1683" sz="2475" spc="-6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dirty="0" baseline="1683" sz="2475" spc="-22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largest</a:t>
            </a:r>
            <a:r>
              <a:rPr dirty="0" baseline="1683" sz="2475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higher </a:t>
            </a:r>
            <a:r>
              <a:rPr dirty="0" baseline="1683" sz="2475" spc="75">
                <a:solidFill>
                  <a:srgbClr val="FFFFFF"/>
                </a:solidFill>
                <a:latin typeface="Lucida Sans Unicode"/>
                <a:cs typeface="Lucida Sans Unicode"/>
              </a:rPr>
              <a:t>education</a:t>
            </a:r>
            <a:r>
              <a:rPr dirty="0" baseline="1683" sz="2475" spc="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67">
                <a:solidFill>
                  <a:srgbClr val="FFFFFF"/>
                </a:solidFill>
                <a:latin typeface="Lucida Sans Unicode"/>
                <a:cs typeface="Lucida Sans Unicode"/>
              </a:rPr>
              <a:t>systems,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experiencing</a:t>
            </a:r>
            <a:r>
              <a:rPr dirty="0" baseline="1683" sz="2475" spc="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rapid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expansion</a:t>
            </a:r>
            <a:r>
              <a:rPr dirty="0" baseline="1683" sz="2475" spc="8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over</a:t>
            </a:r>
            <a:r>
              <a:rPr dirty="0" baseline="1683" sz="2475" spc="8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recent</a:t>
            </a:r>
            <a:r>
              <a:rPr dirty="0" baseline="1683" sz="2475" spc="9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decades.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Private institutions</a:t>
            </a:r>
            <a:r>
              <a:rPr dirty="0" baseline="1683" sz="2475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04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dirty="0" baseline="1683" sz="2475" spc="3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increasingly</a:t>
            </a:r>
            <a:r>
              <a:rPr dirty="0" baseline="1683" sz="2475" spc="3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89">
                <a:solidFill>
                  <a:srgbClr val="FFFFFF"/>
                </a:solidFill>
                <a:latin typeface="Lucida Sans Unicode"/>
                <a:cs typeface="Lucida Sans Unicode"/>
              </a:rPr>
              <a:t>pivotal,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,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yet</a:t>
            </a:r>
            <a:r>
              <a:rPr dirty="0" baseline="1683" sz="2475" spc="3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their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growth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35">
                <a:solidFill>
                  <a:srgbClr val="FFFFFF"/>
                </a:solidFill>
                <a:latin typeface="Lucida Sans Unicode"/>
                <a:cs typeface="Lucida Sans Unicode"/>
              </a:rPr>
              <a:t>may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0">
                <a:solidFill>
                  <a:srgbClr val="FFFFFF"/>
                </a:solidFill>
                <a:latin typeface="Lucida Sans Unicode"/>
                <a:cs typeface="Lucida Sans Unicode"/>
              </a:rPr>
              <a:t>be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uniformly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distributed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5">
                <a:solidFill>
                  <a:srgbClr val="FFFFFF"/>
                </a:solidFill>
                <a:latin typeface="Lucida Sans Unicode"/>
                <a:cs typeface="Lucida Sans Unicode"/>
              </a:rPr>
              <a:t>across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all</a:t>
            </a:r>
            <a:r>
              <a:rPr dirty="0" baseline="1683" sz="2475" spc="3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states</a:t>
            </a:r>
            <a:r>
              <a:rPr dirty="0" baseline="1683" sz="2475" spc="3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42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baseline="1683" sz="2475" spc="3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regions.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650">
              <a:latin typeface="Lucida Sans Unicode"/>
              <a:cs typeface="Lucida Sans Unicode"/>
            </a:endParaRPr>
          </a:p>
          <a:p>
            <a:pPr marL="12700" marR="154940">
              <a:lnSpc>
                <a:spcPct val="117500"/>
              </a:lnSpc>
              <a:spcBef>
                <a:spcPts val="2435"/>
              </a:spcBef>
            </a:pPr>
            <a:r>
              <a:rPr dirty="0" sz="1650" spc="10">
                <a:solidFill>
                  <a:srgbClr val="FFFFFF"/>
                </a:solidFill>
                <a:latin typeface="Lucida Sans Unicode"/>
                <a:cs typeface="Lucida Sans Unicode"/>
              </a:rPr>
              <a:t>Policymakers</a:t>
            </a:r>
            <a:r>
              <a:rPr dirty="0" sz="16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">
                <a:solidFill>
                  <a:srgbClr val="FFFFFF"/>
                </a:solidFill>
                <a:latin typeface="Lucida Sans Unicode"/>
                <a:cs typeface="Lucida Sans Unicode"/>
              </a:rPr>
              <a:t>require</a:t>
            </a:r>
            <a:r>
              <a:rPr dirty="0" sz="16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165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5">
                <a:solidFill>
                  <a:srgbClr val="FFFFFF"/>
                </a:solidFill>
                <a:latin typeface="Lucida Sans Unicode"/>
                <a:cs typeface="Lucida Sans Unicode"/>
              </a:rPr>
              <a:t>clear</a:t>
            </a:r>
            <a:r>
              <a:rPr dirty="0" sz="16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">
                <a:solidFill>
                  <a:srgbClr val="FFFFFF"/>
                </a:solidFill>
                <a:latin typeface="Lucida Sans Unicode"/>
                <a:cs typeface="Lucida Sans Unicode"/>
              </a:rPr>
              <a:t>understanding</a:t>
            </a:r>
            <a:r>
              <a:rPr dirty="0" sz="165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whether</a:t>
            </a:r>
            <a:r>
              <a:rPr dirty="0" sz="165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dirty="0" sz="165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privatisation</a:t>
            </a:r>
            <a:r>
              <a:rPr dirty="0" sz="165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trend</a:t>
            </a:r>
            <a:r>
              <a:rPr dirty="0" sz="165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>
                <a:solidFill>
                  <a:srgbClr val="FFFFFF"/>
                </a:solidFill>
                <a:latin typeface="Lucida Sans Unicode"/>
                <a:cs typeface="Lucida Sans Unicode"/>
              </a:rPr>
              <a:t>exacerbates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regional</a:t>
            </a:r>
            <a:r>
              <a:rPr dirty="0" baseline="1683" sz="2475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04">
                <a:solidFill>
                  <a:srgbClr val="FFFFFF"/>
                </a:solidFill>
                <a:latin typeface="Lucida Sans Unicode"/>
                <a:cs typeface="Lucida Sans Unicode"/>
              </a:rPr>
              <a:t>imbalances</a:t>
            </a:r>
            <a:r>
              <a:rPr dirty="0" baseline="1683" sz="2475" spc="-52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baseline="1683" sz="2475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82">
                <a:solidFill>
                  <a:srgbClr val="FFFFFF"/>
                </a:solidFill>
                <a:latin typeface="Lucida Sans Unicode"/>
                <a:cs typeface="Lucida Sans Unicode"/>
              </a:rPr>
              <a:t>educational</a:t>
            </a:r>
            <a:r>
              <a:rPr dirty="0" baseline="1683" sz="2475" spc="-52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access.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471438" y="1890628"/>
            <a:ext cx="85725" cy="1085850"/>
          </a:xfrm>
          <a:custGeom>
            <a:avLst/>
            <a:gdLst/>
            <a:ahLst/>
            <a:cxnLst/>
            <a:rect l="l" t="t" r="r" b="b"/>
            <a:pathLst>
              <a:path w="85725" h="1085850">
                <a:moveTo>
                  <a:pt x="85478" y="1085850"/>
                </a:moveTo>
                <a:lnTo>
                  <a:pt x="0" y="1085850"/>
                </a:lnTo>
                <a:lnTo>
                  <a:pt x="0" y="0"/>
                </a:lnTo>
                <a:lnTo>
                  <a:pt x="85478" y="0"/>
                </a:lnTo>
                <a:lnTo>
                  <a:pt x="85478" y="1085850"/>
                </a:lnTo>
                <a:close/>
              </a:path>
            </a:pathLst>
          </a:custGeom>
          <a:solidFill>
            <a:srgbClr val="8B6A5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" y="-4"/>
            <a:ext cx="18288000" cy="10287000"/>
            <a:chOff x="-1" y="-4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626805" y="725069"/>
              <a:ext cx="17030700" cy="8836025"/>
            </a:xfrm>
            <a:custGeom>
              <a:avLst/>
              <a:gdLst/>
              <a:ahLst/>
              <a:cxnLst/>
              <a:rect l="l" t="t" r="r" b="b"/>
              <a:pathLst>
                <a:path w="17030700" h="8836025">
                  <a:moveTo>
                    <a:pt x="1905060" y="85725"/>
                  </a:moveTo>
                  <a:lnTo>
                    <a:pt x="1390710" y="85725"/>
                  </a:lnTo>
                  <a:lnTo>
                    <a:pt x="1390710" y="0"/>
                  </a:lnTo>
                  <a:lnTo>
                    <a:pt x="1905060" y="0"/>
                  </a:lnTo>
                  <a:lnTo>
                    <a:pt x="1905060" y="85725"/>
                  </a:lnTo>
                  <a:close/>
                </a:path>
                <a:path w="17030700" h="8836025">
                  <a:moveTo>
                    <a:pt x="2505135" y="85725"/>
                  </a:moveTo>
                  <a:lnTo>
                    <a:pt x="1990785" y="85725"/>
                  </a:lnTo>
                  <a:lnTo>
                    <a:pt x="1990785" y="0"/>
                  </a:lnTo>
                  <a:lnTo>
                    <a:pt x="2505135" y="0"/>
                  </a:lnTo>
                  <a:lnTo>
                    <a:pt x="2505135" y="85725"/>
                  </a:lnTo>
                  <a:close/>
                </a:path>
                <a:path w="17030700" h="8836025">
                  <a:moveTo>
                    <a:pt x="3105210" y="85725"/>
                  </a:moveTo>
                  <a:lnTo>
                    <a:pt x="2590860" y="85725"/>
                  </a:lnTo>
                  <a:lnTo>
                    <a:pt x="2590860" y="0"/>
                  </a:lnTo>
                  <a:lnTo>
                    <a:pt x="3105210" y="0"/>
                  </a:lnTo>
                  <a:lnTo>
                    <a:pt x="3105210" y="85725"/>
                  </a:lnTo>
                  <a:close/>
                </a:path>
                <a:path w="17030700" h="8836025">
                  <a:moveTo>
                    <a:pt x="3705285" y="85725"/>
                  </a:moveTo>
                  <a:lnTo>
                    <a:pt x="3190935" y="85725"/>
                  </a:lnTo>
                  <a:lnTo>
                    <a:pt x="3190935" y="0"/>
                  </a:lnTo>
                  <a:lnTo>
                    <a:pt x="3705285" y="0"/>
                  </a:lnTo>
                  <a:lnTo>
                    <a:pt x="3705285" y="85725"/>
                  </a:lnTo>
                  <a:close/>
                </a:path>
                <a:path w="17030700" h="8836025">
                  <a:moveTo>
                    <a:pt x="4305360" y="85725"/>
                  </a:moveTo>
                  <a:lnTo>
                    <a:pt x="3791010" y="85725"/>
                  </a:lnTo>
                  <a:lnTo>
                    <a:pt x="3791010" y="0"/>
                  </a:lnTo>
                  <a:lnTo>
                    <a:pt x="4305360" y="0"/>
                  </a:lnTo>
                  <a:lnTo>
                    <a:pt x="4305360" y="85725"/>
                  </a:lnTo>
                  <a:close/>
                </a:path>
                <a:path w="17030700" h="8836025">
                  <a:moveTo>
                    <a:pt x="4905435" y="85725"/>
                  </a:moveTo>
                  <a:lnTo>
                    <a:pt x="4391085" y="85725"/>
                  </a:lnTo>
                  <a:lnTo>
                    <a:pt x="4391085" y="0"/>
                  </a:lnTo>
                  <a:lnTo>
                    <a:pt x="4905435" y="0"/>
                  </a:lnTo>
                  <a:lnTo>
                    <a:pt x="4905435" y="85725"/>
                  </a:lnTo>
                  <a:close/>
                </a:path>
                <a:path w="17030700" h="8836025">
                  <a:moveTo>
                    <a:pt x="5505510" y="85725"/>
                  </a:moveTo>
                  <a:lnTo>
                    <a:pt x="4991160" y="85725"/>
                  </a:lnTo>
                  <a:lnTo>
                    <a:pt x="4991160" y="0"/>
                  </a:lnTo>
                  <a:lnTo>
                    <a:pt x="5505510" y="0"/>
                  </a:lnTo>
                  <a:lnTo>
                    <a:pt x="5505510" y="85725"/>
                  </a:lnTo>
                  <a:close/>
                </a:path>
                <a:path w="17030700" h="8836025">
                  <a:moveTo>
                    <a:pt x="6105585" y="85725"/>
                  </a:moveTo>
                  <a:lnTo>
                    <a:pt x="5591235" y="85725"/>
                  </a:lnTo>
                  <a:lnTo>
                    <a:pt x="5591235" y="0"/>
                  </a:lnTo>
                  <a:lnTo>
                    <a:pt x="6105585" y="0"/>
                  </a:lnTo>
                  <a:lnTo>
                    <a:pt x="6105585" y="85725"/>
                  </a:lnTo>
                  <a:close/>
                </a:path>
                <a:path w="17030700" h="8836025">
                  <a:moveTo>
                    <a:pt x="6705660" y="85725"/>
                  </a:moveTo>
                  <a:lnTo>
                    <a:pt x="6191310" y="85725"/>
                  </a:lnTo>
                  <a:lnTo>
                    <a:pt x="6191310" y="0"/>
                  </a:lnTo>
                  <a:lnTo>
                    <a:pt x="6705660" y="0"/>
                  </a:lnTo>
                  <a:lnTo>
                    <a:pt x="6705660" y="85725"/>
                  </a:lnTo>
                  <a:close/>
                </a:path>
                <a:path w="17030700" h="8836025">
                  <a:moveTo>
                    <a:pt x="7305736" y="85725"/>
                  </a:moveTo>
                  <a:lnTo>
                    <a:pt x="6791385" y="85725"/>
                  </a:lnTo>
                  <a:lnTo>
                    <a:pt x="6791385" y="0"/>
                  </a:lnTo>
                  <a:lnTo>
                    <a:pt x="7305736" y="0"/>
                  </a:lnTo>
                  <a:lnTo>
                    <a:pt x="7305736" y="85725"/>
                  </a:lnTo>
                  <a:close/>
                </a:path>
                <a:path w="17030700" h="8836025">
                  <a:moveTo>
                    <a:pt x="7905811" y="85725"/>
                  </a:moveTo>
                  <a:lnTo>
                    <a:pt x="7391461" y="85725"/>
                  </a:lnTo>
                  <a:lnTo>
                    <a:pt x="7391461" y="0"/>
                  </a:lnTo>
                  <a:lnTo>
                    <a:pt x="7905811" y="0"/>
                  </a:lnTo>
                  <a:lnTo>
                    <a:pt x="7905811" y="85725"/>
                  </a:lnTo>
                  <a:close/>
                </a:path>
                <a:path w="17030700" h="8836025">
                  <a:moveTo>
                    <a:pt x="8505886" y="85725"/>
                  </a:moveTo>
                  <a:lnTo>
                    <a:pt x="7991536" y="85725"/>
                  </a:lnTo>
                  <a:lnTo>
                    <a:pt x="7991536" y="0"/>
                  </a:lnTo>
                  <a:lnTo>
                    <a:pt x="8505886" y="0"/>
                  </a:lnTo>
                  <a:lnTo>
                    <a:pt x="8505886" y="85725"/>
                  </a:lnTo>
                  <a:close/>
                </a:path>
                <a:path w="17030700" h="8836025">
                  <a:moveTo>
                    <a:pt x="9105961" y="85725"/>
                  </a:moveTo>
                  <a:lnTo>
                    <a:pt x="8591611" y="85725"/>
                  </a:lnTo>
                  <a:lnTo>
                    <a:pt x="8591611" y="0"/>
                  </a:lnTo>
                  <a:lnTo>
                    <a:pt x="9105961" y="0"/>
                  </a:lnTo>
                  <a:lnTo>
                    <a:pt x="9105961" y="85725"/>
                  </a:lnTo>
                  <a:close/>
                </a:path>
                <a:path w="17030700" h="8836025">
                  <a:moveTo>
                    <a:pt x="9706045" y="85725"/>
                  </a:moveTo>
                  <a:lnTo>
                    <a:pt x="9191686" y="85725"/>
                  </a:lnTo>
                  <a:lnTo>
                    <a:pt x="9191686" y="0"/>
                  </a:lnTo>
                  <a:lnTo>
                    <a:pt x="9706045" y="0"/>
                  </a:lnTo>
                  <a:lnTo>
                    <a:pt x="9706045" y="85725"/>
                  </a:lnTo>
                  <a:close/>
                </a:path>
                <a:path w="17030700" h="8836025">
                  <a:moveTo>
                    <a:pt x="10306120" y="85725"/>
                  </a:moveTo>
                  <a:lnTo>
                    <a:pt x="9791770" y="85725"/>
                  </a:lnTo>
                  <a:lnTo>
                    <a:pt x="9791770" y="0"/>
                  </a:lnTo>
                  <a:lnTo>
                    <a:pt x="10306120" y="0"/>
                  </a:lnTo>
                  <a:lnTo>
                    <a:pt x="10306120" y="85725"/>
                  </a:lnTo>
                  <a:close/>
                </a:path>
                <a:path w="17030700" h="8836025">
                  <a:moveTo>
                    <a:pt x="10906195" y="85725"/>
                  </a:moveTo>
                  <a:lnTo>
                    <a:pt x="10391845" y="85725"/>
                  </a:lnTo>
                  <a:lnTo>
                    <a:pt x="10391845" y="0"/>
                  </a:lnTo>
                  <a:lnTo>
                    <a:pt x="10906195" y="0"/>
                  </a:lnTo>
                  <a:lnTo>
                    <a:pt x="10906195" y="85725"/>
                  </a:lnTo>
                  <a:close/>
                </a:path>
                <a:path w="17030700" h="8836025">
                  <a:moveTo>
                    <a:pt x="11506270" y="85725"/>
                  </a:moveTo>
                  <a:lnTo>
                    <a:pt x="10991920" y="85725"/>
                  </a:lnTo>
                  <a:lnTo>
                    <a:pt x="10991920" y="0"/>
                  </a:lnTo>
                  <a:lnTo>
                    <a:pt x="11506270" y="0"/>
                  </a:lnTo>
                  <a:lnTo>
                    <a:pt x="11506270" y="85725"/>
                  </a:lnTo>
                  <a:close/>
                </a:path>
                <a:path w="17030700" h="8836025">
                  <a:moveTo>
                    <a:pt x="12106345" y="85725"/>
                  </a:moveTo>
                  <a:lnTo>
                    <a:pt x="11591995" y="85725"/>
                  </a:lnTo>
                  <a:lnTo>
                    <a:pt x="11591995" y="0"/>
                  </a:lnTo>
                  <a:lnTo>
                    <a:pt x="12106345" y="0"/>
                  </a:lnTo>
                  <a:lnTo>
                    <a:pt x="12106345" y="85725"/>
                  </a:lnTo>
                  <a:close/>
                </a:path>
                <a:path w="17030700" h="8836025">
                  <a:moveTo>
                    <a:pt x="12706420" y="85725"/>
                  </a:moveTo>
                  <a:lnTo>
                    <a:pt x="12192070" y="85725"/>
                  </a:lnTo>
                  <a:lnTo>
                    <a:pt x="12192070" y="0"/>
                  </a:lnTo>
                  <a:lnTo>
                    <a:pt x="12706420" y="0"/>
                  </a:lnTo>
                  <a:lnTo>
                    <a:pt x="12706420" y="85725"/>
                  </a:lnTo>
                  <a:close/>
                </a:path>
                <a:path w="17030700" h="8836025">
                  <a:moveTo>
                    <a:pt x="13306495" y="85725"/>
                  </a:moveTo>
                  <a:lnTo>
                    <a:pt x="12792145" y="85725"/>
                  </a:lnTo>
                  <a:lnTo>
                    <a:pt x="12792145" y="0"/>
                  </a:lnTo>
                  <a:lnTo>
                    <a:pt x="13306495" y="0"/>
                  </a:lnTo>
                  <a:lnTo>
                    <a:pt x="13306495" y="85725"/>
                  </a:lnTo>
                  <a:close/>
                </a:path>
                <a:path w="17030700" h="8836025">
                  <a:moveTo>
                    <a:pt x="13906570" y="85725"/>
                  </a:moveTo>
                  <a:lnTo>
                    <a:pt x="13392220" y="85725"/>
                  </a:lnTo>
                  <a:lnTo>
                    <a:pt x="13392220" y="0"/>
                  </a:lnTo>
                  <a:lnTo>
                    <a:pt x="13906570" y="0"/>
                  </a:lnTo>
                  <a:lnTo>
                    <a:pt x="13906570" y="85725"/>
                  </a:lnTo>
                  <a:close/>
                </a:path>
                <a:path w="17030700" h="8836025">
                  <a:moveTo>
                    <a:pt x="14506645" y="85725"/>
                  </a:moveTo>
                  <a:lnTo>
                    <a:pt x="13992295" y="85725"/>
                  </a:lnTo>
                  <a:lnTo>
                    <a:pt x="13992295" y="0"/>
                  </a:lnTo>
                  <a:lnTo>
                    <a:pt x="14506645" y="0"/>
                  </a:lnTo>
                  <a:lnTo>
                    <a:pt x="14506645" y="85725"/>
                  </a:lnTo>
                  <a:close/>
                </a:path>
                <a:path w="17030700" h="8836025">
                  <a:moveTo>
                    <a:pt x="15106721" y="85725"/>
                  </a:moveTo>
                  <a:lnTo>
                    <a:pt x="14592370" y="85725"/>
                  </a:lnTo>
                  <a:lnTo>
                    <a:pt x="14592370" y="0"/>
                  </a:lnTo>
                  <a:lnTo>
                    <a:pt x="15106721" y="0"/>
                  </a:lnTo>
                  <a:lnTo>
                    <a:pt x="15106721" y="85725"/>
                  </a:lnTo>
                  <a:close/>
                </a:path>
                <a:path w="17030700" h="8836025">
                  <a:moveTo>
                    <a:pt x="15706796" y="85725"/>
                  </a:moveTo>
                  <a:lnTo>
                    <a:pt x="15192446" y="85725"/>
                  </a:lnTo>
                  <a:lnTo>
                    <a:pt x="15192446" y="0"/>
                  </a:lnTo>
                  <a:lnTo>
                    <a:pt x="15706796" y="0"/>
                  </a:lnTo>
                  <a:lnTo>
                    <a:pt x="15706796" y="85725"/>
                  </a:lnTo>
                  <a:close/>
                </a:path>
                <a:path w="17030700" h="8836025">
                  <a:moveTo>
                    <a:pt x="16300203" y="87956"/>
                  </a:moveTo>
                  <a:lnTo>
                    <a:pt x="16286112" y="86980"/>
                  </a:lnTo>
                  <a:lnTo>
                    <a:pt x="16271985" y="86282"/>
                  </a:lnTo>
                  <a:lnTo>
                    <a:pt x="16257823" y="85864"/>
                  </a:lnTo>
                  <a:lnTo>
                    <a:pt x="16243625" y="85725"/>
                  </a:lnTo>
                  <a:lnTo>
                    <a:pt x="15792521" y="85725"/>
                  </a:lnTo>
                  <a:lnTo>
                    <a:pt x="15792521" y="0"/>
                  </a:lnTo>
                  <a:lnTo>
                    <a:pt x="16243630" y="0"/>
                  </a:lnTo>
                  <a:lnTo>
                    <a:pt x="16291790" y="1442"/>
                  </a:lnTo>
                  <a:lnTo>
                    <a:pt x="16306941" y="2808"/>
                  </a:lnTo>
                  <a:lnTo>
                    <a:pt x="16300380" y="85725"/>
                  </a:lnTo>
                  <a:lnTo>
                    <a:pt x="16300280" y="86980"/>
                  </a:lnTo>
                  <a:lnTo>
                    <a:pt x="16300203" y="87956"/>
                  </a:lnTo>
                  <a:close/>
                </a:path>
                <a:path w="17030700" h="8836025">
                  <a:moveTo>
                    <a:pt x="16768357" y="319964"/>
                  </a:moveTo>
                  <a:lnTo>
                    <a:pt x="16732017" y="282130"/>
                  </a:lnTo>
                  <a:lnTo>
                    <a:pt x="16693863" y="247592"/>
                  </a:lnTo>
                  <a:lnTo>
                    <a:pt x="16653895" y="216349"/>
                  </a:lnTo>
                  <a:lnTo>
                    <a:pt x="16612110" y="188401"/>
                  </a:lnTo>
                  <a:lnTo>
                    <a:pt x="16568510" y="163749"/>
                  </a:lnTo>
                  <a:lnTo>
                    <a:pt x="16523092" y="142392"/>
                  </a:lnTo>
                  <a:lnTo>
                    <a:pt x="16475856" y="124331"/>
                  </a:lnTo>
                  <a:lnTo>
                    <a:pt x="16426801" y="109565"/>
                  </a:lnTo>
                  <a:lnTo>
                    <a:pt x="16375927" y="98095"/>
                  </a:lnTo>
                  <a:lnTo>
                    <a:pt x="16391850" y="14034"/>
                  </a:lnTo>
                  <a:lnTo>
                    <a:pt x="16431360" y="22423"/>
                  </a:lnTo>
                  <a:lnTo>
                    <a:pt x="16475970" y="34691"/>
                  </a:lnTo>
                  <a:lnTo>
                    <a:pt x="16519487" y="49459"/>
                  </a:lnTo>
                  <a:lnTo>
                    <a:pt x="16561827" y="66644"/>
                  </a:lnTo>
                  <a:lnTo>
                    <a:pt x="16602908" y="86163"/>
                  </a:lnTo>
                  <a:lnTo>
                    <a:pt x="16642646" y="107934"/>
                  </a:lnTo>
                  <a:lnTo>
                    <a:pt x="16680960" y="131874"/>
                  </a:lnTo>
                  <a:lnTo>
                    <a:pt x="16717767" y="157900"/>
                  </a:lnTo>
                  <a:lnTo>
                    <a:pt x="16752983" y="185930"/>
                  </a:lnTo>
                  <a:lnTo>
                    <a:pt x="16786526" y="215880"/>
                  </a:lnTo>
                  <a:lnTo>
                    <a:pt x="16818238" y="247592"/>
                  </a:lnTo>
                  <a:lnTo>
                    <a:pt x="16831933" y="262922"/>
                  </a:lnTo>
                  <a:lnTo>
                    <a:pt x="16768357" y="319964"/>
                  </a:lnTo>
                  <a:close/>
                </a:path>
                <a:path w="17030700" h="8836025">
                  <a:moveTo>
                    <a:pt x="17030700" y="813151"/>
                  </a:moveTo>
                  <a:lnTo>
                    <a:pt x="16948475" y="813151"/>
                  </a:lnTo>
                  <a:lnTo>
                    <a:pt x="16948475" y="790562"/>
                  </a:lnTo>
                  <a:lnTo>
                    <a:pt x="16946845" y="740614"/>
                  </a:lnTo>
                  <a:lnTo>
                    <a:pt x="16941954" y="691738"/>
                  </a:lnTo>
                  <a:lnTo>
                    <a:pt x="16933803" y="643933"/>
                  </a:lnTo>
                  <a:lnTo>
                    <a:pt x="16922389" y="597201"/>
                  </a:lnTo>
                  <a:lnTo>
                    <a:pt x="16907712" y="551540"/>
                  </a:lnTo>
                  <a:lnTo>
                    <a:pt x="16889772" y="506951"/>
                  </a:lnTo>
                  <a:lnTo>
                    <a:pt x="16868568" y="463435"/>
                  </a:lnTo>
                  <a:lnTo>
                    <a:pt x="16844098" y="420990"/>
                  </a:lnTo>
                  <a:lnTo>
                    <a:pt x="16816363" y="379617"/>
                  </a:lnTo>
                  <a:lnTo>
                    <a:pt x="16885708" y="329744"/>
                  </a:lnTo>
                  <a:lnTo>
                    <a:pt x="16926258" y="391550"/>
                  </a:lnTo>
                  <a:lnTo>
                    <a:pt x="16948029" y="431288"/>
                  </a:lnTo>
                  <a:lnTo>
                    <a:pt x="16967547" y="472369"/>
                  </a:lnTo>
                  <a:lnTo>
                    <a:pt x="16984732" y="514709"/>
                  </a:lnTo>
                  <a:lnTo>
                    <a:pt x="16999500" y="558225"/>
                  </a:lnTo>
                  <a:lnTo>
                    <a:pt x="17011768" y="602836"/>
                  </a:lnTo>
                  <a:lnTo>
                    <a:pt x="17021454" y="648457"/>
                  </a:lnTo>
                  <a:lnTo>
                    <a:pt x="17028474" y="695007"/>
                  </a:lnTo>
                  <a:lnTo>
                    <a:pt x="17030700" y="719696"/>
                  </a:lnTo>
                  <a:lnTo>
                    <a:pt x="17030700" y="813151"/>
                  </a:lnTo>
                  <a:close/>
                </a:path>
                <a:path w="17030700" h="8836025">
                  <a:moveTo>
                    <a:pt x="17030700" y="1413224"/>
                  </a:moveTo>
                  <a:lnTo>
                    <a:pt x="16948475" y="1413224"/>
                  </a:lnTo>
                  <a:lnTo>
                    <a:pt x="16948475" y="898876"/>
                  </a:lnTo>
                  <a:lnTo>
                    <a:pt x="17030700" y="898876"/>
                  </a:lnTo>
                  <a:lnTo>
                    <a:pt x="17030700" y="1413224"/>
                  </a:lnTo>
                  <a:close/>
                </a:path>
                <a:path w="17030700" h="8836025">
                  <a:moveTo>
                    <a:pt x="17030700" y="2013299"/>
                  </a:moveTo>
                  <a:lnTo>
                    <a:pt x="16948475" y="2013299"/>
                  </a:lnTo>
                  <a:lnTo>
                    <a:pt x="16948475" y="1498949"/>
                  </a:lnTo>
                  <a:lnTo>
                    <a:pt x="17030700" y="1498949"/>
                  </a:lnTo>
                  <a:lnTo>
                    <a:pt x="17030700" y="2013299"/>
                  </a:lnTo>
                  <a:close/>
                </a:path>
                <a:path w="17030700" h="8836025">
                  <a:moveTo>
                    <a:pt x="17030700" y="2613374"/>
                  </a:moveTo>
                  <a:lnTo>
                    <a:pt x="16948475" y="2613374"/>
                  </a:lnTo>
                  <a:lnTo>
                    <a:pt x="16948475" y="2099024"/>
                  </a:lnTo>
                  <a:lnTo>
                    <a:pt x="17030700" y="2099024"/>
                  </a:lnTo>
                  <a:lnTo>
                    <a:pt x="17030700" y="2613374"/>
                  </a:lnTo>
                  <a:close/>
                </a:path>
                <a:path w="17030700" h="8836025">
                  <a:moveTo>
                    <a:pt x="17030700" y="3213449"/>
                  </a:moveTo>
                  <a:lnTo>
                    <a:pt x="16948475" y="3213449"/>
                  </a:lnTo>
                  <a:lnTo>
                    <a:pt x="16948475" y="2699099"/>
                  </a:lnTo>
                  <a:lnTo>
                    <a:pt x="17030700" y="2699099"/>
                  </a:lnTo>
                  <a:lnTo>
                    <a:pt x="17030700" y="3213449"/>
                  </a:lnTo>
                  <a:close/>
                </a:path>
                <a:path w="17030700" h="8836025">
                  <a:moveTo>
                    <a:pt x="17030700" y="3813524"/>
                  </a:moveTo>
                  <a:lnTo>
                    <a:pt x="16948475" y="3813524"/>
                  </a:lnTo>
                  <a:lnTo>
                    <a:pt x="16948475" y="3299174"/>
                  </a:lnTo>
                  <a:lnTo>
                    <a:pt x="17030700" y="3299174"/>
                  </a:lnTo>
                  <a:lnTo>
                    <a:pt x="17030700" y="3813524"/>
                  </a:lnTo>
                  <a:close/>
                </a:path>
                <a:path w="17030700" h="8836025">
                  <a:moveTo>
                    <a:pt x="17030700" y="4413599"/>
                  </a:moveTo>
                  <a:lnTo>
                    <a:pt x="16948475" y="4413599"/>
                  </a:lnTo>
                  <a:lnTo>
                    <a:pt x="16948475" y="3899249"/>
                  </a:lnTo>
                  <a:lnTo>
                    <a:pt x="17030700" y="3899249"/>
                  </a:lnTo>
                  <a:lnTo>
                    <a:pt x="17030700" y="4413599"/>
                  </a:lnTo>
                  <a:close/>
                </a:path>
                <a:path w="17030700" h="8836025">
                  <a:moveTo>
                    <a:pt x="17030700" y="5013674"/>
                  </a:moveTo>
                  <a:lnTo>
                    <a:pt x="16948475" y="5013674"/>
                  </a:lnTo>
                  <a:lnTo>
                    <a:pt x="16948475" y="4499324"/>
                  </a:lnTo>
                  <a:lnTo>
                    <a:pt x="17030700" y="4499324"/>
                  </a:lnTo>
                  <a:lnTo>
                    <a:pt x="17030700" y="5013674"/>
                  </a:lnTo>
                  <a:close/>
                </a:path>
                <a:path w="17030700" h="8836025">
                  <a:moveTo>
                    <a:pt x="17030700" y="5613749"/>
                  </a:moveTo>
                  <a:lnTo>
                    <a:pt x="16948475" y="5613749"/>
                  </a:lnTo>
                  <a:lnTo>
                    <a:pt x="16948475" y="5099399"/>
                  </a:lnTo>
                  <a:lnTo>
                    <a:pt x="17030700" y="5099399"/>
                  </a:lnTo>
                  <a:lnTo>
                    <a:pt x="17030700" y="5613749"/>
                  </a:lnTo>
                  <a:close/>
                </a:path>
                <a:path w="17030700" h="8836025">
                  <a:moveTo>
                    <a:pt x="17030700" y="6213824"/>
                  </a:moveTo>
                  <a:lnTo>
                    <a:pt x="16948475" y="6213824"/>
                  </a:lnTo>
                  <a:lnTo>
                    <a:pt x="16948475" y="5699474"/>
                  </a:lnTo>
                  <a:lnTo>
                    <a:pt x="17030700" y="5699474"/>
                  </a:lnTo>
                  <a:lnTo>
                    <a:pt x="17030700" y="6213824"/>
                  </a:lnTo>
                  <a:close/>
                </a:path>
                <a:path w="17030700" h="8836025">
                  <a:moveTo>
                    <a:pt x="17030700" y="6813899"/>
                  </a:moveTo>
                  <a:lnTo>
                    <a:pt x="16948475" y="6813899"/>
                  </a:lnTo>
                  <a:lnTo>
                    <a:pt x="16948475" y="6299549"/>
                  </a:lnTo>
                  <a:lnTo>
                    <a:pt x="17030700" y="6299549"/>
                  </a:lnTo>
                  <a:lnTo>
                    <a:pt x="17030700" y="6813899"/>
                  </a:lnTo>
                  <a:close/>
                </a:path>
                <a:path w="17030700" h="8836025">
                  <a:moveTo>
                    <a:pt x="17030700" y="7413974"/>
                  </a:moveTo>
                  <a:lnTo>
                    <a:pt x="16948475" y="7413974"/>
                  </a:lnTo>
                  <a:lnTo>
                    <a:pt x="16948475" y="6899624"/>
                  </a:lnTo>
                  <a:lnTo>
                    <a:pt x="17030700" y="6899624"/>
                  </a:lnTo>
                  <a:lnTo>
                    <a:pt x="17030700" y="7413974"/>
                  </a:lnTo>
                  <a:close/>
                </a:path>
                <a:path w="17030700" h="8836025">
                  <a:moveTo>
                    <a:pt x="17030700" y="8014049"/>
                  </a:moveTo>
                  <a:lnTo>
                    <a:pt x="16948475" y="8014049"/>
                  </a:lnTo>
                  <a:lnTo>
                    <a:pt x="16948475" y="7499699"/>
                  </a:lnTo>
                  <a:lnTo>
                    <a:pt x="17030700" y="7499699"/>
                  </a:lnTo>
                  <a:lnTo>
                    <a:pt x="17030700" y="8014049"/>
                  </a:lnTo>
                  <a:close/>
                </a:path>
                <a:path w="17030700" h="8836025">
                  <a:moveTo>
                    <a:pt x="16837737" y="8566509"/>
                  </a:moveTo>
                  <a:lnTo>
                    <a:pt x="16773500" y="8510130"/>
                  </a:lnTo>
                  <a:lnTo>
                    <a:pt x="16806683" y="8469643"/>
                  </a:lnTo>
                  <a:lnTo>
                    <a:pt x="16836382" y="8427722"/>
                  </a:lnTo>
                  <a:lnTo>
                    <a:pt x="16862598" y="8384366"/>
                  </a:lnTo>
                  <a:lnTo>
                    <a:pt x="16885334" y="8339576"/>
                  </a:lnTo>
                  <a:lnTo>
                    <a:pt x="16904590" y="8293352"/>
                  </a:lnTo>
                  <a:lnTo>
                    <a:pt x="16920369" y="8245694"/>
                  </a:lnTo>
                  <a:lnTo>
                    <a:pt x="16932672" y="8196602"/>
                  </a:lnTo>
                  <a:lnTo>
                    <a:pt x="16941500" y="8146076"/>
                  </a:lnTo>
                  <a:lnTo>
                    <a:pt x="16946855" y="8094116"/>
                  </a:lnTo>
                  <a:lnTo>
                    <a:pt x="17030700" y="8099834"/>
                  </a:lnTo>
                  <a:lnTo>
                    <a:pt x="17030700" y="8116234"/>
                  </a:lnTo>
                  <a:lnTo>
                    <a:pt x="17028474" y="8140923"/>
                  </a:lnTo>
                  <a:lnTo>
                    <a:pt x="17021454" y="8187474"/>
                  </a:lnTo>
                  <a:lnTo>
                    <a:pt x="17011768" y="8233096"/>
                  </a:lnTo>
                  <a:lnTo>
                    <a:pt x="16999500" y="8277707"/>
                  </a:lnTo>
                  <a:lnTo>
                    <a:pt x="16984732" y="8321223"/>
                  </a:lnTo>
                  <a:lnTo>
                    <a:pt x="16967547" y="8363563"/>
                  </a:lnTo>
                  <a:lnTo>
                    <a:pt x="16948029" y="8404644"/>
                  </a:lnTo>
                  <a:lnTo>
                    <a:pt x="16926258" y="8444382"/>
                  </a:lnTo>
                  <a:lnTo>
                    <a:pt x="16902319" y="8482696"/>
                  </a:lnTo>
                  <a:lnTo>
                    <a:pt x="16876293" y="8519503"/>
                  </a:lnTo>
                  <a:lnTo>
                    <a:pt x="16848264" y="8554719"/>
                  </a:lnTo>
                  <a:lnTo>
                    <a:pt x="16837737" y="8566509"/>
                  </a:lnTo>
                  <a:close/>
                </a:path>
                <a:path w="17030700" h="8836025">
                  <a:moveTo>
                    <a:pt x="16315601" y="8832337"/>
                  </a:moveTo>
                  <a:lnTo>
                    <a:pt x="16307918" y="8747312"/>
                  </a:lnTo>
                  <a:lnTo>
                    <a:pt x="16359716" y="8740843"/>
                  </a:lnTo>
                  <a:lnTo>
                    <a:pt x="16410017" y="8730922"/>
                  </a:lnTo>
                  <a:lnTo>
                    <a:pt x="16458819" y="8717549"/>
                  </a:lnTo>
                  <a:lnTo>
                    <a:pt x="16506120" y="8700724"/>
                  </a:lnTo>
                  <a:lnTo>
                    <a:pt x="16551920" y="8680447"/>
                  </a:lnTo>
                  <a:lnTo>
                    <a:pt x="16596215" y="8656718"/>
                  </a:lnTo>
                  <a:lnTo>
                    <a:pt x="16639006" y="8629536"/>
                  </a:lnTo>
                  <a:lnTo>
                    <a:pt x="16680290" y="8598901"/>
                  </a:lnTo>
                  <a:lnTo>
                    <a:pt x="16720065" y="8564813"/>
                  </a:lnTo>
                  <a:lnTo>
                    <a:pt x="16777857" y="8627791"/>
                  </a:lnTo>
                  <a:lnTo>
                    <a:pt x="16717767" y="8678029"/>
                  </a:lnTo>
                  <a:lnTo>
                    <a:pt x="16680960" y="8704055"/>
                  </a:lnTo>
                  <a:lnTo>
                    <a:pt x="16642646" y="8727994"/>
                  </a:lnTo>
                  <a:lnTo>
                    <a:pt x="16602908" y="8749765"/>
                  </a:lnTo>
                  <a:lnTo>
                    <a:pt x="16561827" y="8769284"/>
                  </a:lnTo>
                  <a:lnTo>
                    <a:pt x="16519487" y="8786468"/>
                  </a:lnTo>
                  <a:lnTo>
                    <a:pt x="16475970" y="8801236"/>
                  </a:lnTo>
                  <a:lnTo>
                    <a:pt x="16431360" y="8813504"/>
                  </a:lnTo>
                  <a:lnTo>
                    <a:pt x="16385738" y="8823190"/>
                  </a:lnTo>
                  <a:lnTo>
                    <a:pt x="16339187" y="8830210"/>
                  </a:lnTo>
                  <a:lnTo>
                    <a:pt x="16315601" y="8832337"/>
                  </a:lnTo>
                  <a:close/>
                </a:path>
                <a:path w="17030700" h="8836025">
                  <a:moveTo>
                    <a:pt x="16229813" y="8835926"/>
                  </a:moveTo>
                  <a:lnTo>
                    <a:pt x="15715463" y="8835926"/>
                  </a:lnTo>
                  <a:lnTo>
                    <a:pt x="15715463" y="8750198"/>
                  </a:lnTo>
                  <a:lnTo>
                    <a:pt x="16229813" y="8750198"/>
                  </a:lnTo>
                  <a:lnTo>
                    <a:pt x="16229813" y="8835926"/>
                  </a:lnTo>
                  <a:close/>
                </a:path>
                <a:path w="17030700" h="8836025">
                  <a:moveTo>
                    <a:pt x="15629738" y="8835926"/>
                  </a:moveTo>
                  <a:lnTo>
                    <a:pt x="15115388" y="8835926"/>
                  </a:lnTo>
                  <a:lnTo>
                    <a:pt x="15115388" y="8750198"/>
                  </a:lnTo>
                  <a:lnTo>
                    <a:pt x="15629738" y="8750198"/>
                  </a:lnTo>
                  <a:lnTo>
                    <a:pt x="15629738" y="8835926"/>
                  </a:lnTo>
                  <a:close/>
                </a:path>
                <a:path w="17030700" h="8836025">
                  <a:moveTo>
                    <a:pt x="15029663" y="8835926"/>
                  </a:moveTo>
                  <a:lnTo>
                    <a:pt x="14515313" y="8835926"/>
                  </a:lnTo>
                  <a:lnTo>
                    <a:pt x="14515313" y="8750198"/>
                  </a:lnTo>
                  <a:lnTo>
                    <a:pt x="15029663" y="8750198"/>
                  </a:lnTo>
                  <a:lnTo>
                    <a:pt x="15029663" y="8835926"/>
                  </a:lnTo>
                  <a:close/>
                </a:path>
                <a:path w="17030700" h="8836025">
                  <a:moveTo>
                    <a:pt x="14429588" y="8835926"/>
                  </a:moveTo>
                  <a:lnTo>
                    <a:pt x="13915238" y="8835926"/>
                  </a:lnTo>
                  <a:lnTo>
                    <a:pt x="13915238" y="8750198"/>
                  </a:lnTo>
                  <a:lnTo>
                    <a:pt x="14429588" y="8750198"/>
                  </a:lnTo>
                  <a:lnTo>
                    <a:pt x="14429588" y="8835926"/>
                  </a:lnTo>
                  <a:close/>
                </a:path>
                <a:path w="17030700" h="8836025">
                  <a:moveTo>
                    <a:pt x="13829513" y="8835926"/>
                  </a:moveTo>
                  <a:lnTo>
                    <a:pt x="13315163" y="8835926"/>
                  </a:lnTo>
                  <a:lnTo>
                    <a:pt x="13315163" y="8750198"/>
                  </a:lnTo>
                  <a:lnTo>
                    <a:pt x="13829513" y="8750198"/>
                  </a:lnTo>
                  <a:lnTo>
                    <a:pt x="13829513" y="8835926"/>
                  </a:lnTo>
                  <a:close/>
                </a:path>
                <a:path w="17030700" h="8836025">
                  <a:moveTo>
                    <a:pt x="13229438" y="8835926"/>
                  </a:moveTo>
                  <a:lnTo>
                    <a:pt x="12715088" y="8835926"/>
                  </a:lnTo>
                  <a:lnTo>
                    <a:pt x="12715088" y="8750198"/>
                  </a:lnTo>
                  <a:lnTo>
                    <a:pt x="13229438" y="8750198"/>
                  </a:lnTo>
                  <a:lnTo>
                    <a:pt x="13229438" y="8835926"/>
                  </a:lnTo>
                  <a:close/>
                </a:path>
                <a:path w="17030700" h="8836025">
                  <a:moveTo>
                    <a:pt x="12629363" y="8835926"/>
                  </a:moveTo>
                  <a:lnTo>
                    <a:pt x="12115013" y="8835926"/>
                  </a:lnTo>
                  <a:lnTo>
                    <a:pt x="12115013" y="8750198"/>
                  </a:lnTo>
                  <a:lnTo>
                    <a:pt x="12629363" y="8750198"/>
                  </a:lnTo>
                  <a:lnTo>
                    <a:pt x="12629363" y="8835926"/>
                  </a:lnTo>
                  <a:close/>
                </a:path>
                <a:path w="17030700" h="8836025">
                  <a:moveTo>
                    <a:pt x="12029288" y="8835926"/>
                  </a:moveTo>
                  <a:lnTo>
                    <a:pt x="11514938" y="8835926"/>
                  </a:lnTo>
                  <a:lnTo>
                    <a:pt x="11514938" y="8750198"/>
                  </a:lnTo>
                  <a:lnTo>
                    <a:pt x="12029288" y="8750198"/>
                  </a:lnTo>
                  <a:lnTo>
                    <a:pt x="12029288" y="8835926"/>
                  </a:lnTo>
                  <a:close/>
                </a:path>
                <a:path w="17030700" h="8836025">
                  <a:moveTo>
                    <a:pt x="11429213" y="8835926"/>
                  </a:moveTo>
                  <a:lnTo>
                    <a:pt x="10914863" y="8835926"/>
                  </a:lnTo>
                  <a:lnTo>
                    <a:pt x="10914863" y="8750198"/>
                  </a:lnTo>
                  <a:lnTo>
                    <a:pt x="11429213" y="8750198"/>
                  </a:lnTo>
                  <a:lnTo>
                    <a:pt x="11429213" y="8835926"/>
                  </a:lnTo>
                  <a:close/>
                </a:path>
                <a:path w="17030700" h="8836025">
                  <a:moveTo>
                    <a:pt x="10829138" y="8835926"/>
                  </a:moveTo>
                  <a:lnTo>
                    <a:pt x="10314788" y="8835926"/>
                  </a:lnTo>
                  <a:lnTo>
                    <a:pt x="10314788" y="8750198"/>
                  </a:lnTo>
                  <a:lnTo>
                    <a:pt x="10829138" y="8750198"/>
                  </a:lnTo>
                  <a:lnTo>
                    <a:pt x="10829138" y="8835926"/>
                  </a:lnTo>
                  <a:close/>
                </a:path>
                <a:path w="17030700" h="8836025">
                  <a:moveTo>
                    <a:pt x="10229063" y="8835926"/>
                  </a:moveTo>
                  <a:lnTo>
                    <a:pt x="9714713" y="8835926"/>
                  </a:lnTo>
                  <a:lnTo>
                    <a:pt x="9714713" y="8750198"/>
                  </a:lnTo>
                  <a:lnTo>
                    <a:pt x="10229063" y="8750198"/>
                  </a:lnTo>
                  <a:lnTo>
                    <a:pt x="10229063" y="8835926"/>
                  </a:lnTo>
                  <a:close/>
                </a:path>
                <a:path w="17030700" h="8836025">
                  <a:moveTo>
                    <a:pt x="9628988" y="8835926"/>
                  </a:moveTo>
                  <a:lnTo>
                    <a:pt x="9114686" y="8835926"/>
                  </a:lnTo>
                  <a:lnTo>
                    <a:pt x="9114686" y="8750198"/>
                  </a:lnTo>
                  <a:lnTo>
                    <a:pt x="9628988" y="8750198"/>
                  </a:lnTo>
                  <a:lnTo>
                    <a:pt x="9628988" y="8835926"/>
                  </a:lnTo>
                  <a:close/>
                </a:path>
                <a:path w="17030700" h="8836025">
                  <a:moveTo>
                    <a:pt x="9028961" y="8835926"/>
                  </a:moveTo>
                  <a:lnTo>
                    <a:pt x="8514611" y="8835926"/>
                  </a:lnTo>
                  <a:lnTo>
                    <a:pt x="8514611" y="8750198"/>
                  </a:lnTo>
                  <a:lnTo>
                    <a:pt x="9028961" y="8750198"/>
                  </a:lnTo>
                  <a:lnTo>
                    <a:pt x="9028961" y="8835926"/>
                  </a:lnTo>
                  <a:close/>
                </a:path>
                <a:path w="17030700" h="8836025">
                  <a:moveTo>
                    <a:pt x="8428885" y="8835926"/>
                  </a:moveTo>
                  <a:lnTo>
                    <a:pt x="7914535" y="8835926"/>
                  </a:lnTo>
                  <a:lnTo>
                    <a:pt x="7914535" y="8750198"/>
                  </a:lnTo>
                  <a:lnTo>
                    <a:pt x="8428885" y="8750198"/>
                  </a:lnTo>
                  <a:lnTo>
                    <a:pt x="8428885" y="8835926"/>
                  </a:lnTo>
                  <a:close/>
                </a:path>
                <a:path w="17030700" h="8836025">
                  <a:moveTo>
                    <a:pt x="7828810" y="8835926"/>
                  </a:moveTo>
                  <a:lnTo>
                    <a:pt x="7314460" y="8835926"/>
                  </a:lnTo>
                  <a:lnTo>
                    <a:pt x="7314460" y="8750198"/>
                  </a:lnTo>
                  <a:lnTo>
                    <a:pt x="7828810" y="8750198"/>
                  </a:lnTo>
                  <a:lnTo>
                    <a:pt x="7828810" y="8835926"/>
                  </a:lnTo>
                  <a:close/>
                </a:path>
                <a:path w="17030700" h="8836025">
                  <a:moveTo>
                    <a:pt x="7228735" y="8835926"/>
                  </a:moveTo>
                  <a:lnTo>
                    <a:pt x="6714385" y="8835926"/>
                  </a:lnTo>
                  <a:lnTo>
                    <a:pt x="6714385" y="8750198"/>
                  </a:lnTo>
                  <a:lnTo>
                    <a:pt x="7228735" y="8750198"/>
                  </a:lnTo>
                  <a:lnTo>
                    <a:pt x="7228735" y="8835926"/>
                  </a:lnTo>
                  <a:close/>
                </a:path>
                <a:path w="17030700" h="8836025">
                  <a:moveTo>
                    <a:pt x="6628660" y="8835926"/>
                  </a:moveTo>
                  <a:lnTo>
                    <a:pt x="6114310" y="8835926"/>
                  </a:lnTo>
                  <a:lnTo>
                    <a:pt x="6114310" y="8750198"/>
                  </a:lnTo>
                  <a:lnTo>
                    <a:pt x="6628660" y="8750198"/>
                  </a:lnTo>
                  <a:lnTo>
                    <a:pt x="6628660" y="8835926"/>
                  </a:lnTo>
                  <a:close/>
                </a:path>
                <a:path w="17030700" h="8836025">
                  <a:moveTo>
                    <a:pt x="6028585" y="8835926"/>
                  </a:moveTo>
                  <a:lnTo>
                    <a:pt x="5514235" y="8835926"/>
                  </a:lnTo>
                  <a:lnTo>
                    <a:pt x="5514235" y="8750198"/>
                  </a:lnTo>
                  <a:lnTo>
                    <a:pt x="6028585" y="8750198"/>
                  </a:lnTo>
                  <a:lnTo>
                    <a:pt x="6028585" y="8835926"/>
                  </a:lnTo>
                  <a:close/>
                </a:path>
                <a:path w="17030700" h="8836025">
                  <a:moveTo>
                    <a:pt x="5428510" y="8835926"/>
                  </a:moveTo>
                  <a:lnTo>
                    <a:pt x="4914160" y="8835926"/>
                  </a:lnTo>
                  <a:lnTo>
                    <a:pt x="4914160" y="8750198"/>
                  </a:lnTo>
                  <a:lnTo>
                    <a:pt x="5428510" y="8750198"/>
                  </a:lnTo>
                  <a:lnTo>
                    <a:pt x="5428510" y="8835926"/>
                  </a:lnTo>
                  <a:close/>
                </a:path>
                <a:path w="17030700" h="8836025">
                  <a:moveTo>
                    <a:pt x="4828435" y="8835926"/>
                  </a:moveTo>
                  <a:lnTo>
                    <a:pt x="4314085" y="8835926"/>
                  </a:lnTo>
                  <a:lnTo>
                    <a:pt x="4314085" y="8750198"/>
                  </a:lnTo>
                  <a:lnTo>
                    <a:pt x="4828435" y="8750198"/>
                  </a:lnTo>
                  <a:lnTo>
                    <a:pt x="4828435" y="8835926"/>
                  </a:lnTo>
                  <a:close/>
                </a:path>
                <a:path w="17030700" h="8836025">
                  <a:moveTo>
                    <a:pt x="4228360" y="8835926"/>
                  </a:moveTo>
                  <a:lnTo>
                    <a:pt x="3714010" y="8835926"/>
                  </a:lnTo>
                  <a:lnTo>
                    <a:pt x="3714010" y="8750198"/>
                  </a:lnTo>
                  <a:lnTo>
                    <a:pt x="4228360" y="8750198"/>
                  </a:lnTo>
                  <a:lnTo>
                    <a:pt x="4228360" y="8835926"/>
                  </a:lnTo>
                  <a:close/>
                </a:path>
                <a:path w="17030700" h="8836025">
                  <a:moveTo>
                    <a:pt x="3628285" y="8835926"/>
                  </a:moveTo>
                  <a:lnTo>
                    <a:pt x="3113935" y="8835926"/>
                  </a:lnTo>
                  <a:lnTo>
                    <a:pt x="3113935" y="8750198"/>
                  </a:lnTo>
                  <a:lnTo>
                    <a:pt x="3628285" y="8750198"/>
                  </a:lnTo>
                  <a:lnTo>
                    <a:pt x="3628285" y="8835926"/>
                  </a:lnTo>
                  <a:close/>
                </a:path>
                <a:path w="17030700" h="8836025">
                  <a:moveTo>
                    <a:pt x="3028210" y="8835926"/>
                  </a:moveTo>
                  <a:lnTo>
                    <a:pt x="2513860" y="8835926"/>
                  </a:lnTo>
                  <a:lnTo>
                    <a:pt x="2513860" y="8750198"/>
                  </a:lnTo>
                  <a:lnTo>
                    <a:pt x="3028210" y="8750198"/>
                  </a:lnTo>
                  <a:lnTo>
                    <a:pt x="3028210" y="8835926"/>
                  </a:lnTo>
                  <a:close/>
                </a:path>
                <a:path w="17030700" h="8836025">
                  <a:moveTo>
                    <a:pt x="2428135" y="8835926"/>
                  </a:moveTo>
                  <a:lnTo>
                    <a:pt x="1913785" y="8835926"/>
                  </a:lnTo>
                  <a:lnTo>
                    <a:pt x="1913785" y="8750198"/>
                  </a:lnTo>
                  <a:lnTo>
                    <a:pt x="2428135" y="8750198"/>
                  </a:lnTo>
                  <a:lnTo>
                    <a:pt x="2428135" y="8835926"/>
                  </a:lnTo>
                  <a:close/>
                </a:path>
                <a:path w="17030700" h="8836025">
                  <a:moveTo>
                    <a:pt x="1828060" y="8835926"/>
                  </a:moveTo>
                  <a:lnTo>
                    <a:pt x="1313710" y="8835926"/>
                  </a:lnTo>
                  <a:lnTo>
                    <a:pt x="1313710" y="8750198"/>
                  </a:lnTo>
                  <a:lnTo>
                    <a:pt x="1828060" y="8750198"/>
                  </a:lnTo>
                  <a:lnTo>
                    <a:pt x="1828060" y="8835926"/>
                  </a:lnTo>
                  <a:close/>
                </a:path>
                <a:path w="17030700" h="8836025">
                  <a:moveTo>
                    <a:pt x="1227985" y="8835926"/>
                  </a:moveTo>
                  <a:lnTo>
                    <a:pt x="790632" y="8835926"/>
                  </a:lnTo>
                  <a:lnTo>
                    <a:pt x="742474" y="8834484"/>
                  </a:lnTo>
                  <a:lnTo>
                    <a:pt x="713713" y="8831891"/>
                  </a:lnTo>
                  <a:lnTo>
                    <a:pt x="721923" y="8746903"/>
                  </a:lnTo>
                  <a:lnTo>
                    <a:pt x="739030" y="8748346"/>
                  </a:lnTo>
                  <a:lnTo>
                    <a:pt x="756184" y="8749376"/>
                  </a:lnTo>
                  <a:lnTo>
                    <a:pt x="773385" y="8749993"/>
                  </a:lnTo>
                  <a:lnTo>
                    <a:pt x="790632" y="8750198"/>
                  </a:lnTo>
                  <a:lnTo>
                    <a:pt x="1227985" y="8750198"/>
                  </a:lnTo>
                  <a:lnTo>
                    <a:pt x="1227985" y="8835926"/>
                  </a:lnTo>
                  <a:close/>
                </a:path>
                <a:path w="17030700" h="8836025">
                  <a:moveTo>
                    <a:pt x="629022" y="8819048"/>
                  </a:moveTo>
                  <a:lnTo>
                    <a:pt x="558297" y="8801236"/>
                  </a:lnTo>
                  <a:lnTo>
                    <a:pt x="514780" y="8786468"/>
                  </a:lnTo>
                  <a:lnTo>
                    <a:pt x="472440" y="8769284"/>
                  </a:lnTo>
                  <a:lnTo>
                    <a:pt x="431360" y="8749765"/>
                  </a:lnTo>
                  <a:lnTo>
                    <a:pt x="391621" y="8727994"/>
                  </a:lnTo>
                  <a:lnTo>
                    <a:pt x="353307" y="8704055"/>
                  </a:lnTo>
                  <a:lnTo>
                    <a:pt x="316500" y="8678029"/>
                  </a:lnTo>
                  <a:lnTo>
                    <a:pt x="281284" y="8650000"/>
                  </a:lnTo>
                  <a:lnTo>
                    <a:pt x="247740" y="8620051"/>
                  </a:lnTo>
                  <a:lnTo>
                    <a:pt x="215951" y="8588263"/>
                  </a:lnTo>
                  <a:lnTo>
                    <a:pt x="193151" y="8562727"/>
                  </a:lnTo>
                  <a:lnTo>
                    <a:pt x="257761" y="8506730"/>
                  </a:lnTo>
                  <a:lnTo>
                    <a:pt x="293451" y="8545198"/>
                  </a:lnTo>
                  <a:lnTo>
                    <a:pt x="331014" y="8580403"/>
                  </a:lnTo>
                  <a:lnTo>
                    <a:pt x="370450" y="8612343"/>
                  </a:lnTo>
                  <a:lnTo>
                    <a:pt x="411758" y="8641020"/>
                  </a:lnTo>
                  <a:lnTo>
                    <a:pt x="454940" y="8666432"/>
                  </a:lnTo>
                  <a:lnTo>
                    <a:pt x="499995" y="8688581"/>
                  </a:lnTo>
                  <a:lnTo>
                    <a:pt x="546922" y="8707466"/>
                  </a:lnTo>
                  <a:lnTo>
                    <a:pt x="595723" y="8723087"/>
                  </a:lnTo>
                  <a:lnTo>
                    <a:pt x="646396" y="8735444"/>
                  </a:lnTo>
                  <a:lnTo>
                    <a:pt x="629022" y="8819048"/>
                  </a:lnTo>
                  <a:close/>
                </a:path>
                <a:path w="17030700" h="8836025">
                  <a:moveTo>
                    <a:pt x="140572" y="8494897"/>
                  </a:moveTo>
                  <a:lnTo>
                    <a:pt x="108005" y="8444382"/>
                  </a:lnTo>
                  <a:lnTo>
                    <a:pt x="86234" y="8404644"/>
                  </a:lnTo>
                  <a:lnTo>
                    <a:pt x="66715" y="8363563"/>
                  </a:lnTo>
                  <a:lnTo>
                    <a:pt x="49642" y="8321501"/>
                  </a:lnTo>
                  <a:lnTo>
                    <a:pt x="34843" y="8277947"/>
                  </a:lnTo>
                  <a:lnTo>
                    <a:pt x="22578" y="8233406"/>
                  </a:lnTo>
                  <a:lnTo>
                    <a:pt x="22493" y="8233096"/>
                  </a:lnTo>
                  <a:lnTo>
                    <a:pt x="12892" y="8187877"/>
                  </a:lnTo>
                  <a:lnTo>
                    <a:pt x="12807" y="8187474"/>
                  </a:lnTo>
                  <a:lnTo>
                    <a:pt x="5852" y="8141361"/>
                  </a:lnTo>
                  <a:lnTo>
                    <a:pt x="5786" y="8140923"/>
                  </a:lnTo>
                  <a:lnTo>
                    <a:pt x="1542" y="8093858"/>
                  </a:lnTo>
                  <a:lnTo>
                    <a:pt x="1512" y="8093526"/>
                  </a:lnTo>
                  <a:lnTo>
                    <a:pt x="0" y="8045366"/>
                  </a:lnTo>
                  <a:lnTo>
                    <a:pt x="0" y="8008991"/>
                  </a:lnTo>
                  <a:lnTo>
                    <a:pt x="85795" y="8008991"/>
                  </a:lnTo>
                  <a:lnTo>
                    <a:pt x="85795" y="8045366"/>
                  </a:lnTo>
                  <a:lnTo>
                    <a:pt x="87327" y="8093526"/>
                  </a:lnTo>
                  <a:lnTo>
                    <a:pt x="87338" y="8093858"/>
                  </a:lnTo>
                  <a:lnTo>
                    <a:pt x="91925" y="8140923"/>
                  </a:lnTo>
                  <a:lnTo>
                    <a:pt x="91968" y="8141361"/>
                  </a:lnTo>
                  <a:lnTo>
                    <a:pt x="99618" y="8187474"/>
                  </a:lnTo>
                  <a:lnTo>
                    <a:pt x="110415" y="8233096"/>
                  </a:lnTo>
                  <a:lnTo>
                    <a:pt x="124304" y="8277707"/>
                  </a:lnTo>
                  <a:lnTo>
                    <a:pt x="124379" y="8277947"/>
                  </a:lnTo>
                  <a:lnTo>
                    <a:pt x="141247" y="8321223"/>
                  </a:lnTo>
                  <a:lnTo>
                    <a:pt x="141356" y="8321501"/>
                  </a:lnTo>
                  <a:lnTo>
                    <a:pt x="161419" y="8364067"/>
                  </a:lnTo>
                  <a:lnTo>
                    <a:pt x="184569" y="8405646"/>
                  </a:lnTo>
                  <a:lnTo>
                    <a:pt x="210806" y="8446237"/>
                  </a:lnTo>
                  <a:lnTo>
                    <a:pt x="140572" y="8494897"/>
                  </a:lnTo>
                  <a:close/>
                </a:path>
                <a:path w="17030700" h="8836025">
                  <a:moveTo>
                    <a:pt x="85795" y="7923266"/>
                  </a:moveTo>
                  <a:lnTo>
                    <a:pt x="0" y="7923266"/>
                  </a:lnTo>
                  <a:lnTo>
                    <a:pt x="0" y="7408916"/>
                  </a:lnTo>
                  <a:lnTo>
                    <a:pt x="85795" y="7408916"/>
                  </a:lnTo>
                  <a:lnTo>
                    <a:pt x="85795" y="7923266"/>
                  </a:lnTo>
                  <a:close/>
                </a:path>
                <a:path w="17030700" h="8836025">
                  <a:moveTo>
                    <a:pt x="85795" y="7323191"/>
                  </a:moveTo>
                  <a:lnTo>
                    <a:pt x="0" y="7323191"/>
                  </a:lnTo>
                  <a:lnTo>
                    <a:pt x="0" y="6808841"/>
                  </a:lnTo>
                  <a:lnTo>
                    <a:pt x="85795" y="6808841"/>
                  </a:lnTo>
                  <a:lnTo>
                    <a:pt x="85795" y="7323191"/>
                  </a:lnTo>
                  <a:close/>
                </a:path>
                <a:path w="17030700" h="8836025">
                  <a:moveTo>
                    <a:pt x="85795" y="6723116"/>
                  </a:moveTo>
                  <a:lnTo>
                    <a:pt x="0" y="6723116"/>
                  </a:lnTo>
                  <a:lnTo>
                    <a:pt x="0" y="6208766"/>
                  </a:lnTo>
                  <a:lnTo>
                    <a:pt x="85795" y="6208766"/>
                  </a:lnTo>
                  <a:lnTo>
                    <a:pt x="85795" y="6723116"/>
                  </a:lnTo>
                  <a:close/>
                </a:path>
                <a:path w="17030700" h="8836025">
                  <a:moveTo>
                    <a:pt x="85795" y="6123041"/>
                  </a:moveTo>
                  <a:lnTo>
                    <a:pt x="0" y="6123041"/>
                  </a:lnTo>
                  <a:lnTo>
                    <a:pt x="0" y="5608691"/>
                  </a:lnTo>
                  <a:lnTo>
                    <a:pt x="85795" y="5608691"/>
                  </a:lnTo>
                  <a:lnTo>
                    <a:pt x="85795" y="6123041"/>
                  </a:lnTo>
                  <a:close/>
                </a:path>
                <a:path w="17030700" h="8836025">
                  <a:moveTo>
                    <a:pt x="85795" y="5522966"/>
                  </a:moveTo>
                  <a:lnTo>
                    <a:pt x="0" y="5522966"/>
                  </a:lnTo>
                  <a:lnTo>
                    <a:pt x="0" y="5008616"/>
                  </a:lnTo>
                  <a:lnTo>
                    <a:pt x="85795" y="5008616"/>
                  </a:lnTo>
                  <a:lnTo>
                    <a:pt x="85795" y="5522966"/>
                  </a:lnTo>
                  <a:close/>
                </a:path>
                <a:path w="17030700" h="8836025">
                  <a:moveTo>
                    <a:pt x="85795" y="4922891"/>
                  </a:moveTo>
                  <a:lnTo>
                    <a:pt x="0" y="4922891"/>
                  </a:lnTo>
                  <a:lnTo>
                    <a:pt x="0" y="4408541"/>
                  </a:lnTo>
                  <a:lnTo>
                    <a:pt x="85795" y="4408541"/>
                  </a:lnTo>
                  <a:lnTo>
                    <a:pt x="85795" y="4922891"/>
                  </a:lnTo>
                  <a:close/>
                </a:path>
                <a:path w="17030700" h="8836025">
                  <a:moveTo>
                    <a:pt x="85795" y="4322816"/>
                  </a:moveTo>
                  <a:lnTo>
                    <a:pt x="0" y="4322816"/>
                  </a:lnTo>
                  <a:lnTo>
                    <a:pt x="0" y="3808466"/>
                  </a:lnTo>
                  <a:lnTo>
                    <a:pt x="85795" y="3808466"/>
                  </a:lnTo>
                  <a:lnTo>
                    <a:pt x="85795" y="4322816"/>
                  </a:lnTo>
                  <a:close/>
                </a:path>
                <a:path w="17030700" h="8836025">
                  <a:moveTo>
                    <a:pt x="85795" y="3722741"/>
                  </a:moveTo>
                  <a:lnTo>
                    <a:pt x="0" y="3722741"/>
                  </a:lnTo>
                  <a:lnTo>
                    <a:pt x="0" y="3208391"/>
                  </a:lnTo>
                  <a:lnTo>
                    <a:pt x="85795" y="3208391"/>
                  </a:lnTo>
                  <a:lnTo>
                    <a:pt x="85795" y="3722741"/>
                  </a:lnTo>
                  <a:close/>
                </a:path>
                <a:path w="17030700" h="8836025">
                  <a:moveTo>
                    <a:pt x="85795" y="3122666"/>
                  </a:moveTo>
                  <a:lnTo>
                    <a:pt x="0" y="3122666"/>
                  </a:lnTo>
                  <a:lnTo>
                    <a:pt x="0" y="2608316"/>
                  </a:lnTo>
                  <a:lnTo>
                    <a:pt x="85795" y="2608316"/>
                  </a:lnTo>
                  <a:lnTo>
                    <a:pt x="85795" y="3122666"/>
                  </a:lnTo>
                  <a:close/>
                </a:path>
                <a:path w="17030700" h="8836025">
                  <a:moveTo>
                    <a:pt x="85795" y="2522591"/>
                  </a:moveTo>
                  <a:lnTo>
                    <a:pt x="0" y="2522591"/>
                  </a:lnTo>
                  <a:lnTo>
                    <a:pt x="0" y="2008241"/>
                  </a:lnTo>
                  <a:lnTo>
                    <a:pt x="85795" y="2008241"/>
                  </a:lnTo>
                  <a:lnTo>
                    <a:pt x="85795" y="2522591"/>
                  </a:lnTo>
                  <a:close/>
                </a:path>
                <a:path w="17030700" h="8836025">
                  <a:moveTo>
                    <a:pt x="85795" y="1922516"/>
                  </a:moveTo>
                  <a:lnTo>
                    <a:pt x="0" y="1922516"/>
                  </a:lnTo>
                  <a:lnTo>
                    <a:pt x="0" y="1408166"/>
                  </a:lnTo>
                  <a:lnTo>
                    <a:pt x="85795" y="1408166"/>
                  </a:lnTo>
                  <a:lnTo>
                    <a:pt x="85795" y="1922516"/>
                  </a:lnTo>
                  <a:close/>
                </a:path>
                <a:path w="17030700" h="8836025">
                  <a:moveTo>
                    <a:pt x="85795" y="1322441"/>
                  </a:moveTo>
                  <a:lnTo>
                    <a:pt x="0" y="1322441"/>
                  </a:lnTo>
                  <a:lnTo>
                    <a:pt x="0" y="808091"/>
                  </a:lnTo>
                  <a:lnTo>
                    <a:pt x="85795" y="808091"/>
                  </a:lnTo>
                  <a:lnTo>
                    <a:pt x="85795" y="1322441"/>
                  </a:lnTo>
                  <a:close/>
                </a:path>
                <a:path w="17030700" h="8836025">
                  <a:moveTo>
                    <a:pt x="323351" y="262872"/>
                  </a:moveTo>
                  <a:lnTo>
                    <a:pt x="266700" y="198951"/>
                  </a:lnTo>
                  <a:lnTo>
                    <a:pt x="281284" y="185930"/>
                  </a:lnTo>
                  <a:lnTo>
                    <a:pt x="316500" y="157900"/>
                  </a:lnTo>
                  <a:lnTo>
                    <a:pt x="353307" y="131874"/>
                  </a:lnTo>
                  <a:lnTo>
                    <a:pt x="391621" y="107934"/>
                  </a:lnTo>
                  <a:lnTo>
                    <a:pt x="431360" y="86163"/>
                  </a:lnTo>
                  <a:lnTo>
                    <a:pt x="472440" y="66644"/>
                  </a:lnTo>
                  <a:lnTo>
                    <a:pt x="514780" y="49459"/>
                  </a:lnTo>
                  <a:lnTo>
                    <a:pt x="558297" y="34691"/>
                  </a:lnTo>
                  <a:lnTo>
                    <a:pt x="602907" y="22423"/>
                  </a:lnTo>
                  <a:lnTo>
                    <a:pt x="648528" y="12736"/>
                  </a:lnTo>
                  <a:lnTo>
                    <a:pt x="695078" y="5716"/>
                  </a:lnTo>
                  <a:lnTo>
                    <a:pt x="732347" y="2355"/>
                  </a:lnTo>
                  <a:lnTo>
                    <a:pt x="738456" y="86163"/>
                  </a:lnTo>
                  <a:lnTo>
                    <a:pt x="738562" y="87615"/>
                  </a:lnTo>
                  <a:lnTo>
                    <a:pt x="686631" y="93190"/>
                  </a:lnTo>
                  <a:lnTo>
                    <a:pt x="636149" y="102240"/>
                  </a:lnTo>
                  <a:lnTo>
                    <a:pt x="587116" y="114765"/>
                  </a:lnTo>
                  <a:lnTo>
                    <a:pt x="539532" y="130763"/>
                  </a:lnTo>
                  <a:lnTo>
                    <a:pt x="493398" y="150236"/>
                  </a:lnTo>
                  <a:lnTo>
                    <a:pt x="448712" y="173184"/>
                  </a:lnTo>
                  <a:lnTo>
                    <a:pt x="405476" y="199605"/>
                  </a:lnTo>
                  <a:lnTo>
                    <a:pt x="363689" y="229502"/>
                  </a:lnTo>
                  <a:lnTo>
                    <a:pt x="323351" y="262872"/>
                  </a:lnTo>
                  <a:close/>
                </a:path>
                <a:path w="17030700" h="8836025">
                  <a:moveTo>
                    <a:pt x="88388" y="729614"/>
                  </a:moveTo>
                  <a:lnTo>
                    <a:pt x="3321" y="722339"/>
                  </a:lnTo>
                  <a:lnTo>
                    <a:pt x="5786" y="695007"/>
                  </a:lnTo>
                  <a:lnTo>
                    <a:pt x="12807" y="648457"/>
                  </a:lnTo>
                  <a:lnTo>
                    <a:pt x="22493" y="602836"/>
                  </a:lnTo>
                  <a:lnTo>
                    <a:pt x="34761" y="558225"/>
                  </a:lnTo>
                  <a:lnTo>
                    <a:pt x="49529" y="514709"/>
                  </a:lnTo>
                  <a:lnTo>
                    <a:pt x="66715" y="472369"/>
                  </a:lnTo>
                  <a:lnTo>
                    <a:pt x="86234" y="431288"/>
                  </a:lnTo>
                  <a:lnTo>
                    <a:pt x="108005" y="391550"/>
                  </a:lnTo>
                  <a:lnTo>
                    <a:pt x="131945" y="353236"/>
                  </a:lnTo>
                  <a:lnTo>
                    <a:pt x="157971" y="316429"/>
                  </a:lnTo>
                  <a:lnTo>
                    <a:pt x="186001" y="281212"/>
                  </a:lnTo>
                  <a:lnTo>
                    <a:pt x="205707" y="259142"/>
                  </a:lnTo>
                  <a:lnTo>
                    <a:pt x="268927" y="316613"/>
                  </a:lnTo>
                  <a:lnTo>
                    <a:pt x="235034" y="356544"/>
                  </a:lnTo>
                  <a:lnTo>
                    <a:pt x="204599" y="397964"/>
                  </a:lnTo>
                  <a:lnTo>
                    <a:pt x="177622" y="440874"/>
                  </a:lnTo>
                  <a:lnTo>
                    <a:pt x="154104" y="485273"/>
                  </a:lnTo>
                  <a:lnTo>
                    <a:pt x="134044" y="531162"/>
                  </a:lnTo>
                  <a:lnTo>
                    <a:pt x="117443" y="578541"/>
                  </a:lnTo>
                  <a:lnTo>
                    <a:pt x="104300" y="627409"/>
                  </a:lnTo>
                  <a:lnTo>
                    <a:pt x="94615" y="677766"/>
                  </a:lnTo>
                  <a:lnTo>
                    <a:pt x="88388" y="729614"/>
                  </a:lnTo>
                  <a:close/>
                </a:path>
                <a:path w="17030700" h="8836025">
                  <a:moveTo>
                    <a:pt x="1304985" y="85725"/>
                  </a:moveTo>
                  <a:lnTo>
                    <a:pt x="790632" y="85725"/>
                  </a:lnTo>
                  <a:lnTo>
                    <a:pt x="790632" y="0"/>
                  </a:lnTo>
                  <a:lnTo>
                    <a:pt x="1304985" y="0"/>
                  </a:lnTo>
                  <a:lnTo>
                    <a:pt x="1304985" y="85725"/>
                  </a:lnTo>
                  <a:close/>
                </a:path>
              </a:pathLst>
            </a:custGeom>
            <a:solidFill>
              <a:srgbClr val="5940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13475" y="2928732"/>
              <a:ext cx="9058259" cy="390524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65356" y="-4"/>
              <a:ext cx="4422645" cy="410678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-1" y="7220137"/>
              <a:ext cx="3219450" cy="3067050"/>
            </a:xfrm>
            <a:custGeom>
              <a:avLst/>
              <a:gdLst/>
              <a:ahLst/>
              <a:cxnLst/>
              <a:rect l="l" t="t" r="r" b="b"/>
              <a:pathLst>
                <a:path w="3219450" h="3067050">
                  <a:moveTo>
                    <a:pt x="1399126" y="3066862"/>
                  </a:moveTo>
                  <a:lnTo>
                    <a:pt x="1" y="2081969"/>
                  </a:lnTo>
                  <a:lnTo>
                    <a:pt x="0" y="0"/>
                  </a:lnTo>
                  <a:lnTo>
                    <a:pt x="3021524" y="2126957"/>
                  </a:lnTo>
                  <a:lnTo>
                    <a:pt x="3059058" y="2160503"/>
                  </a:lnTo>
                  <a:lnTo>
                    <a:pt x="3097917" y="2192167"/>
                  </a:lnTo>
                  <a:lnTo>
                    <a:pt x="3137763" y="2222429"/>
                  </a:lnTo>
                  <a:lnTo>
                    <a:pt x="3178267" y="2251756"/>
                  </a:lnTo>
                  <a:lnTo>
                    <a:pt x="3219167" y="2280547"/>
                  </a:lnTo>
                  <a:lnTo>
                    <a:pt x="3182763" y="2317369"/>
                  </a:lnTo>
                  <a:lnTo>
                    <a:pt x="3137505" y="2339651"/>
                  </a:lnTo>
                  <a:lnTo>
                    <a:pt x="3086434" y="2346923"/>
                  </a:lnTo>
                  <a:lnTo>
                    <a:pt x="3032661" y="2338643"/>
                  </a:lnTo>
                  <a:lnTo>
                    <a:pt x="3049308" y="2353774"/>
                  </a:lnTo>
                  <a:lnTo>
                    <a:pt x="3037570" y="2401473"/>
                  </a:lnTo>
                  <a:lnTo>
                    <a:pt x="3001045" y="2423306"/>
                  </a:lnTo>
                  <a:lnTo>
                    <a:pt x="2978062" y="2423961"/>
                  </a:lnTo>
                  <a:lnTo>
                    <a:pt x="2953254" y="2423332"/>
                  </a:lnTo>
                  <a:lnTo>
                    <a:pt x="2928074" y="2425171"/>
                  </a:lnTo>
                  <a:lnTo>
                    <a:pt x="2877453" y="2435034"/>
                  </a:lnTo>
                  <a:lnTo>
                    <a:pt x="2850899" y="2472758"/>
                  </a:lnTo>
                  <a:lnTo>
                    <a:pt x="2848503" y="2479716"/>
                  </a:lnTo>
                  <a:lnTo>
                    <a:pt x="2850130" y="2486776"/>
                  </a:lnTo>
                  <a:lnTo>
                    <a:pt x="2853583" y="2495121"/>
                  </a:lnTo>
                  <a:lnTo>
                    <a:pt x="2856663" y="2505934"/>
                  </a:lnTo>
                  <a:lnTo>
                    <a:pt x="2903162" y="2626020"/>
                  </a:lnTo>
                  <a:lnTo>
                    <a:pt x="2909133" y="2632726"/>
                  </a:lnTo>
                  <a:lnTo>
                    <a:pt x="2912264" y="2641527"/>
                  </a:lnTo>
                  <a:lnTo>
                    <a:pt x="2912285" y="2650869"/>
                  </a:lnTo>
                  <a:lnTo>
                    <a:pt x="2908926" y="2659196"/>
                  </a:lnTo>
                  <a:lnTo>
                    <a:pt x="2888289" y="2683342"/>
                  </a:lnTo>
                  <a:lnTo>
                    <a:pt x="2856905" y="2691732"/>
                  </a:lnTo>
                  <a:lnTo>
                    <a:pt x="2820789" y="2691332"/>
                  </a:lnTo>
                  <a:lnTo>
                    <a:pt x="2785957" y="2689107"/>
                  </a:lnTo>
                  <a:lnTo>
                    <a:pt x="2737196" y="2687394"/>
                  </a:lnTo>
                  <a:lnTo>
                    <a:pt x="2688641" y="2696310"/>
                  </a:lnTo>
                  <a:lnTo>
                    <a:pt x="2644740" y="2715489"/>
                  </a:lnTo>
                  <a:lnTo>
                    <a:pt x="2609942" y="2744571"/>
                  </a:lnTo>
                  <a:lnTo>
                    <a:pt x="2588695" y="2783192"/>
                  </a:lnTo>
                  <a:lnTo>
                    <a:pt x="2574894" y="2838993"/>
                  </a:lnTo>
                  <a:lnTo>
                    <a:pt x="2564342" y="2864323"/>
                  </a:lnTo>
                  <a:lnTo>
                    <a:pt x="2546490" y="2884514"/>
                  </a:lnTo>
                  <a:lnTo>
                    <a:pt x="2528459" y="2891385"/>
                  </a:lnTo>
                  <a:lnTo>
                    <a:pt x="2491316" y="2898907"/>
                  </a:lnTo>
                  <a:lnTo>
                    <a:pt x="2473285" y="2905778"/>
                  </a:lnTo>
                  <a:lnTo>
                    <a:pt x="2450005" y="2932386"/>
                  </a:lnTo>
                  <a:lnTo>
                    <a:pt x="2446906" y="2969104"/>
                  </a:lnTo>
                  <a:lnTo>
                    <a:pt x="2458614" y="3008056"/>
                  </a:lnTo>
                  <a:lnTo>
                    <a:pt x="2479755" y="3041364"/>
                  </a:lnTo>
                  <a:lnTo>
                    <a:pt x="2501428" y="3066862"/>
                  </a:lnTo>
                  <a:lnTo>
                    <a:pt x="1399126" y="3066862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2818" y="10217380"/>
              <a:ext cx="147906" cy="6961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0" y="7220152"/>
              <a:ext cx="3049270" cy="3067050"/>
            </a:xfrm>
            <a:custGeom>
              <a:avLst/>
              <a:gdLst/>
              <a:ahLst/>
              <a:cxnLst/>
              <a:rect l="l" t="t" r="r" b="b"/>
              <a:pathLst>
                <a:path w="3049270" h="3067050">
                  <a:moveTo>
                    <a:pt x="23101" y="16268"/>
                  </a:moveTo>
                  <a:lnTo>
                    <a:pt x="13360" y="9423"/>
                  </a:lnTo>
                  <a:lnTo>
                    <a:pt x="0" y="0"/>
                  </a:lnTo>
                  <a:lnTo>
                    <a:pt x="0" y="28409"/>
                  </a:lnTo>
                  <a:lnTo>
                    <a:pt x="0" y="49085"/>
                  </a:lnTo>
                  <a:lnTo>
                    <a:pt x="23101" y="16268"/>
                  </a:lnTo>
                  <a:close/>
                </a:path>
                <a:path w="3049270" h="3067050">
                  <a:moveTo>
                    <a:pt x="3049168" y="2364816"/>
                  </a:moveTo>
                  <a:lnTo>
                    <a:pt x="2801886" y="2190775"/>
                  </a:lnTo>
                  <a:lnTo>
                    <a:pt x="2904693" y="2044712"/>
                  </a:lnTo>
                  <a:lnTo>
                    <a:pt x="2894952" y="2037867"/>
                  </a:lnTo>
                  <a:lnTo>
                    <a:pt x="2875496" y="2024151"/>
                  </a:lnTo>
                  <a:lnTo>
                    <a:pt x="2772689" y="2170188"/>
                  </a:lnTo>
                  <a:lnTo>
                    <a:pt x="2752128" y="2155736"/>
                  </a:lnTo>
                  <a:lnTo>
                    <a:pt x="2752128" y="2199398"/>
                  </a:lnTo>
                  <a:lnTo>
                    <a:pt x="2519121" y="2530398"/>
                  </a:lnTo>
                  <a:lnTo>
                    <a:pt x="2498572" y="2515946"/>
                  </a:lnTo>
                  <a:lnTo>
                    <a:pt x="2498572" y="2559596"/>
                  </a:lnTo>
                  <a:lnTo>
                    <a:pt x="2265565" y="2890596"/>
                  </a:lnTo>
                  <a:lnTo>
                    <a:pt x="1934565" y="2657614"/>
                  </a:lnTo>
                  <a:lnTo>
                    <a:pt x="2167572" y="2326614"/>
                  </a:lnTo>
                  <a:lnTo>
                    <a:pt x="2333079" y="2443099"/>
                  </a:lnTo>
                  <a:lnTo>
                    <a:pt x="2498572" y="2559596"/>
                  </a:lnTo>
                  <a:lnTo>
                    <a:pt x="2498572" y="2515946"/>
                  </a:lnTo>
                  <a:lnTo>
                    <a:pt x="2188133" y="2297404"/>
                  </a:lnTo>
                  <a:lnTo>
                    <a:pt x="2421128" y="1966417"/>
                  </a:lnTo>
                  <a:lnTo>
                    <a:pt x="2586634" y="2082901"/>
                  </a:lnTo>
                  <a:lnTo>
                    <a:pt x="2752128" y="2199398"/>
                  </a:lnTo>
                  <a:lnTo>
                    <a:pt x="2752128" y="2155736"/>
                  </a:lnTo>
                  <a:lnTo>
                    <a:pt x="2441689" y="1937207"/>
                  </a:lnTo>
                  <a:lnTo>
                    <a:pt x="2544495" y="1791157"/>
                  </a:lnTo>
                  <a:lnTo>
                    <a:pt x="2534755" y="1784311"/>
                  </a:lnTo>
                  <a:lnTo>
                    <a:pt x="2515285" y="1770595"/>
                  </a:lnTo>
                  <a:lnTo>
                    <a:pt x="2412492" y="1916633"/>
                  </a:lnTo>
                  <a:lnTo>
                    <a:pt x="2391918" y="1902180"/>
                  </a:lnTo>
                  <a:lnTo>
                    <a:pt x="2391918" y="1945843"/>
                  </a:lnTo>
                  <a:lnTo>
                    <a:pt x="2300897" y="2075154"/>
                  </a:lnTo>
                  <a:lnTo>
                    <a:pt x="2158936" y="2276830"/>
                  </a:lnTo>
                  <a:lnTo>
                    <a:pt x="2138375" y="2262390"/>
                  </a:lnTo>
                  <a:lnTo>
                    <a:pt x="2138375" y="2306040"/>
                  </a:lnTo>
                  <a:lnTo>
                    <a:pt x="1905368" y="2637040"/>
                  </a:lnTo>
                  <a:lnTo>
                    <a:pt x="1884807" y="2622575"/>
                  </a:lnTo>
                  <a:lnTo>
                    <a:pt x="1884807" y="2666250"/>
                  </a:lnTo>
                  <a:lnTo>
                    <a:pt x="1716011" y="2906026"/>
                  </a:lnTo>
                  <a:lnTo>
                    <a:pt x="1651812" y="2997238"/>
                  </a:lnTo>
                  <a:lnTo>
                    <a:pt x="1320812" y="2764256"/>
                  </a:lnTo>
                  <a:lnTo>
                    <a:pt x="1553819" y="2433243"/>
                  </a:lnTo>
                  <a:lnTo>
                    <a:pt x="1884807" y="2666250"/>
                  </a:lnTo>
                  <a:lnTo>
                    <a:pt x="1884807" y="2622575"/>
                  </a:lnTo>
                  <a:lnTo>
                    <a:pt x="1574380" y="2404046"/>
                  </a:lnTo>
                  <a:lnTo>
                    <a:pt x="1807375" y="2073046"/>
                  </a:lnTo>
                  <a:lnTo>
                    <a:pt x="2138375" y="2306040"/>
                  </a:lnTo>
                  <a:lnTo>
                    <a:pt x="2138375" y="2262390"/>
                  </a:lnTo>
                  <a:lnTo>
                    <a:pt x="1827936" y="2043849"/>
                  </a:lnTo>
                  <a:lnTo>
                    <a:pt x="2060930" y="1712861"/>
                  </a:lnTo>
                  <a:lnTo>
                    <a:pt x="2080209" y="1726412"/>
                  </a:lnTo>
                  <a:lnTo>
                    <a:pt x="2391918" y="1945843"/>
                  </a:lnTo>
                  <a:lnTo>
                    <a:pt x="2391918" y="1902180"/>
                  </a:lnTo>
                  <a:lnTo>
                    <a:pt x="2081491" y="1683651"/>
                  </a:lnTo>
                  <a:lnTo>
                    <a:pt x="2184298" y="1537601"/>
                  </a:lnTo>
                  <a:lnTo>
                    <a:pt x="2174544" y="1530756"/>
                  </a:lnTo>
                  <a:lnTo>
                    <a:pt x="2155088" y="1517040"/>
                  </a:lnTo>
                  <a:lnTo>
                    <a:pt x="2052294" y="1663077"/>
                  </a:lnTo>
                  <a:lnTo>
                    <a:pt x="2031720" y="1648625"/>
                  </a:lnTo>
                  <a:lnTo>
                    <a:pt x="2031720" y="1692287"/>
                  </a:lnTo>
                  <a:lnTo>
                    <a:pt x="1940699" y="1821599"/>
                  </a:lnTo>
                  <a:lnTo>
                    <a:pt x="1798739" y="2023275"/>
                  </a:lnTo>
                  <a:lnTo>
                    <a:pt x="1778165" y="2008822"/>
                  </a:lnTo>
                  <a:lnTo>
                    <a:pt x="1778165" y="2052497"/>
                  </a:lnTo>
                  <a:lnTo>
                    <a:pt x="1687144" y="2181796"/>
                  </a:lnTo>
                  <a:lnTo>
                    <a:pt x="1545183" y="2383472"/>
                  </a:lnTo>
                  <a:lnTo>
                    <a:pt x="1524609" y="2369020"/>
                  </a:lnTo>
                  <a:lnTo>
                    <a:pt x="1524609" y="2412695"/>
                  </a:lnTo>
                  <a:lnTo>
                    <a:pt x="1291615" y="2743682"/>
                  </a:lnTo>
                  <a:lnTo>
                    <a:pt x="960615" y="2510701"/>
                  </a:lnTo>
                  <a:lnTo>
                    <a:pt x="1193622" y="2179688"/>
                  </a:lnTo>
                  <a:lnTo>
                    <a:pt x="1524609" y="2412695"/>
                  </a:lnTo>
                  <a:lnTo>
                    <a:pt x="1524609" y="2369020"/>
                  </a:lnTo>
                  <a:lnTo>
                    <a:pt x="1214170" y="2150503"/>
                  </a:lnTo>
                  <a:lnTo>
                    <a:pt x="1447177" y="1819490"/>
                  </a:lnTo>
                  <a:lnTo>
                    <a:pt x="1778165" y="2052497"/>
                  </a:lnTo>
                  <a:lnTo>
                    <a:pt x="1778165" y="2008822"/>
                  </a:lnTo>
                  <a:lnTo>
                    <a:pt x="1467739" y="1790293"/>
                  </a:lnTo>
                  <a:lnTo>
                    <a:pt x="1700733" y="1459293"/>
                  </a:lnTo>
                  <a:lnTo>
                    <a:pt x="2031720" y="1692287"/>
                  </a:lnTo>
                  <a:lnTo>
                    <a:pt x="2031720" y="1648625"/>
                  </a:lnTo>
                  <a:lnTo>
                    <a:pt x="1721294" y="1430096"/>
                  </a:lnTo>
                  <a:lnTo>
                    <a:pt x="1824101" y="1284046"/>
                  </a:lnTo>
                  <a:lnTo>
                    <a:pt x="1814347" y="1277200"/>
                  </a:lnTo>
                  <a:lnTo>
                    <a:pt x="1794891" y="1263484"/>
                  </a:lnTo>
                  <a:lnTo>
                    <a:pt x="1692097" y="1409522"/>
                  </a:lnTo>
                  <a:lnTo>
                    <a:pt x="1671523" y="1395069"/>
                  </a:lnTo>
                  <a:lnTo>
                    <a:pt x="1671523" y="1438744"/>
                  </a:lnTo>
                  <a:lnTo>
                    <a:pt x="1580502" y="1568043"/>
                  </a:lnTo>
                  <a:lnTo>
                    <a:pt x="1438541" y="1769719"/>
                  </a:lnTo>
                  <a:lnTo>
                    <a:pt x="1417967" y="1755267"/>
                  </a:lnTo>
                  <a:lnTo>
                    <a:pt x="1417967" y="1798942"/>
                  </a:lnTo>
                  <a:lnTo>
                    <a:pt x="1184973" y="2129917"/>
                  </a:lnTo>
                  <a:lnTo>
                    <a:pt x="1164412" y="2115451"/>
                  </a:lnTo>
                  <a:lnTo>
                    <a:pt x="1164412" y="2159127"/>
                  </a:lnTo>
                  <a:lnTo>
                    <a:pt x="931418" y="2490127"/>
                  </a:lnTo>
                  <a:lnTo>
                    <a:pt x="600417" y="2257145"/>
                  </a:lnTo>
                  <a:lnTo>
                    <a:pt x="833424" y="1926132"/>
                  </a:lnTo>
                  <a:lnTo>
                    <a:pt x="1164412" y="2159127"/>
                  </a:lnTo>
                  <a:lnTo>
                    <a:pt x="1164412" y="2115451"/>
                  </a:lnTo>
                  <a:lnTo>
                    <a:pt x="853973" y="1896948"/>
                  </a:lnTo>
                  <a:lnTo>
                    <a:pt x="1086980" y="1565935"/>
                  </a:lnTo>
                  <a:lnTo>
                    <a:pt x="1417967" y="1798942"/>
                  </a:lnTo>
                  <a:lnTo>
                    <a:pt x="1417967" y="1755267"/>
                  </a:lnTo>
                  <a:lnTo>
                    <a:pt x="1107528" y="1536750"/>
                  </a:lnTo>
                  <a:lnTo>
                    <a:pt x="1340535" y="1205738"/>
                  </a:lnTo>
                  <a:lnTo>
                    <a:pt x="1671523" y="1438744"/>
                  </a:lnTo>
                  <a:lnTo>
                    <a:pt x="1671523" y="1395069"/>
                  </a:lnTo>
                  <a:lnTo>
                    <a:pt x="1361097" y="1176540"/>
                  </a:lnTo>
                  <a:lnTo>
                    <a:pt x="1463903" y="1030490"/>
                  </a:lnTo>
                  <a:lnTo>
                    <a:pt x="1454150" y="1023645"/>
                  </a:lnTo>
                  <a:lnTo>
                    <a:pt x="1434693" y="1009929"/>
                  </a:lnTo>
                  <a:lnTo>
                    <a:pt x="1331899" y="1155966"/>
                  </a:lnTo>
                  <a:lnTo>
                    <a:pt x="1311325" y="1141514"/>
                  </a:lnTo>
                  <a:lnTo>
                    <a:pt x="1311325" y="1185189"/>
                  </a:lnTo>
                  <a:lnTo>
                    <a:pt x="1078331" y="1516164"/>
                  </a:lnTo>
                  <a:lnTo>
                    <a:pt x="1057770" y="1501698"/>
                  </a:lnTo>
                  <a:lnTo>
                    <a:pt x="1057770" y="1545374"/>
                  </a:lnTo>
                  <a:lnTo>
                    <a:pt x="824776" y="1876361"/>
                  </a:lnTo>
                  <a:lnTo>
                    <a:pt x="804214" y="1861896"/>
                  </a:lnTo>
                  <a:lnTo>
                    <a:pt x="804214" y="1905571"/>
                  </a:lnTo>
                  <a:lnTo>
                    <a:pt x="571220" y="2236559"/>
                  </a:lnTo>
                  <a:lnTo>
                    <a:pt x="240220" y="2003590"/>
                  </a:lnTo>
                  <a:lnTo>
                    <a:pt x="473214" y="1672590"/>
                  </a:lnTo>
                  <a:lnTo>
                    <a:pt x="638721" y="1789074"/>
                  </a:lnTo>
                  <a:lnTo>
                    <a:pt x="804214" y="1905571"/>
                  </a:lnTo>
                  <a:lnTo>
                    <a:pt x="804214" y="1861896"/>
                  </a:lnTo>
                  <a:lnTo>
                    <a:pt x="493776" y="1643392"/>
                  </a:lnTo>
                  <a:lnTo>
                    <a:pt x="726782" y="1312379"/>
                  </a:lnTo>
                  <a:lnTo>
                    <a:pt x="1057770" y="1545374"/>
                  </a:lnTo>
                  <a:lnTo>
                    <a:pt x="1057770" y="1501698"/>
                  </a:lnTo>
                  <a:lnTo>
                    <a:pt x="747331" y="1283182"/>
                  </a:lnTo>
                  <a:lnTo>
                    <a:pt x="980325" y="952182"/>
                  </a:lnTo>
                  <a:lnTo>
                    <a:pt x="1311325" y="1185189"/>
                  </a:lnTo>
                  <a:lnTo>
                    <a:pt x="1311325" y="1141514"/>
                  </a:lnTo>
                  <a:lnTo>
                    <a:pt x="1000887" y="922985"/>
                  </a:lnTo>
                  <a:lnTo>
                    <a:pt x="1103706" y="776935"/>
                  </a:lnTo>
                  <a:lnTo>
                    <a:pt x="1093952" y="770089"/>
                  </a:lnTo>
                  <a:lnTo>
                    <a:pt x="1074496" y="756373"/>
                  </a:lnTo>
                  <a:lnTo>
                    <a:pt x="971689" y="902411"/>
                  </a:lnTo>
                  <a:lnTo>
                    <a:pt x="951128" y="887945"/>
                  </a:lnTo>
                  <a:lnTo>
                    <a:pt x="951128" y="931621"/>
                  </a:lnTo>
                  <a:lnTo>
                    <a:pt x="718134" y="1262608"/>
                  </a:lnTo>
                  <a:lnTo>
                    <a:pt x="697572" y="1248143"/>
                  </a:lnTo>
                  <a:lnTo>
                    <a:pt x="697572" y="1291818"/>
                  </a:lnTo>
                  <a:lnTo>
                    <a:pt x="464578" y="1622806"/>
                  </a:lnTo>
                  <a:lnTo>
                    <a:pt x="133578" y="1389837"/>
                  </a:lnTo>
                  <a:lnTo>
                    <a:pt x="366572" y="1058837"/>
                  </a:lnTo>
                  <a:lnTo>
                    <a:pt x="532079" y="1175321"/>
                  </a:lnTo>
                  <a:lnTo>
                    <a:pt x="697572" y="1291818"/>
                  </a:lnTo>
                  <a:lnTo>
                    <a:pt x="697572" y="1248143"/>
                  </a:lnTo>
                  <a:lnTo>
                    <a:pt x="387134" y="1029627"/>
                  </a:lnTo>
                  <a:lnTo>
                    <a:pt x="620128" y="698627"/>
                  </a:lnTo>
                  <a:lnTo>
                    <a:pt x="951128" y="931621"/>
                  </a:lnTo>
                  <a:lnTo>
                    <a:pt x="951128" y="887945"/>
                  </a:lnTo>
                  <a:lnTo>
                    <a:pt x="640689" y="669429"/>
                  </a:lnTo>
                  <a:lnTo>
                    <a:pt x="743496" y="523379"/>
                  </a:lnTo>
                  <a:lnTo>
                    <a:pt x="733755" y="516534"/>
                  </a:lnTo>
                  <a:lnTo>
                    <a:pt x="714298" y="502818"/>
                  </a:lnTo>
                  <a:lnTo>
                    <a:pt x="611492" y="648855"/>
                  </a:lnTo>
                  <a:lnTo>
                    <a:pt x="590931" y="634390"/>
                  </a:lnTo>
                  <a:lnTo>
                    <a:pt x="590931" y="678065"/>
                  </a:lnTo>
                  <a:lnTo>
                    <a:pt x="357936" y="1009053"/>
                  </a:lnTo>
                  <a:lnTo>
                    <a:pt x="26949" y="776058"/>
                  </a:lnTo>
                  <a:lnTo>
                    <a:pt x="259943" y="445071"/>
                  </a:lnTo>
                  <a:lnTo>
                    <a:pt x="590931" y="678065"/>
                  </a:lnTo>
                  <a:lnTo>
                    <a:pt x="590931" y="634390"/>
                  </a:lnTo>
                  <a:lnTo>
                    <a:pt x="280492" y="415874"/>
                  </a:lnTo>
                  <a:lnTo>
                    <a:pt x="383298" y="269824"/>
                  </a:lnTo>
                  <a:lnTo>
                    <a:pt x="373557" y="262978"/>
                  </a:lnTo>
                  <a:lnTo>
                    <a:pt x="354101" y="249262"/>
                  </a:lnTo>
                  <a:lnTo>
                    <a:pt x="251294" y="395300"/>
                  </a:lnTo>
                  <a:lnTo>
                    <a:pt x="0" y="218401"/>
                  </a:lnTo>
                  <a:lnTo>
                    <a:pt x="0" y="232956"/>
                  </a:lnTo>
                  <a:lnTo>
                    <a:pt x="0" y="262077"/>
                  </a:lnTo>
                  <a:lnTo>
                    <a:pt x="230720" y="424510"/>
                  </a:lnTo>
                  <a:lnTo>
                    <a:pt x="0" y="752297"/>
                  </a:lnTo>
                  <a:lnTo>
                    <a:pt x="0" y="757085"/>
                  </a:lnTo>
                  <a:lnTo>
                    <a:pt x="0" y="800760"/>
                  </a:lnTo>
                  <a:lnTo>
                    <a:pt x="0" y="814336"/>
                  </a:lnTo>
                  <a:lnTo>
                    <a:pt x="6388" y="805268"/>
                  </a:lnTo>
                  <a:lnTo>
                    <a:pt x="337362" y="1038263"/>
                  </a:lnTo>
                  <a:lnTo>
                    <a:pt x="104381" y="1369250"/>
                  </a:lnTo>
                  <a:lnTo>
                    <a:pt x="0" y="1295768"/>
                  </a:lnTo>
                  <a:lnTo>
                    <a:pt x="0" y="1310335"/>
                  </a:lnTo>
                  <a:lnTo>
                    <a:pt x="0" y="1339443"/>
                  </a:lnTo>
                  <a:lnTo>
                    <a:pt x="83820" y="1398460"/>
                  </a:lnTo>
                  <a:lnTo>
                    <a:pt x="0" y="1517548"/>
                  </a:lnTo>
                  <a:lnTo>
                    <a:pt x="0" y="1558912"/>
                  </a:lnTo>
                  <a:lnTo>
                    <a:pt x="0" y="1579587"/>
                  </a:lnTo>
                  <a:lnTo>
                    <a:pt x="113017" y="1419021"/>
                  </a:lnTo>
                  <a:lnTo>
                    <a:pt x="444004" y="1652016"/>
                  </a:lnTo>
                  <a:lnTo>
                    <a:pt x="211023" y="1983003"/>
                  </a:lnTo>
                  <a:lnTo>
                    <a:pt x="0" y="1834451"/>
                  </a:lnTo>
                  <a:lnTo>
                    <a:pt x="0" y="1849018"/>
                  </a:lnTo>
                  <a:lnTo>
                    <a:pt x="0" y="1878126"/>
                  </a:lnTo>
                  <a:lnTo>
                    <a:pt x="190449" y="2012213"/>
                  </a:lnTo>
                  <a:lnTo>
                    <a:pt x="94526" y="2148497"/>
                  </a:lnTo>
                  <a:lnTo>
                    <a:pt x="123736" y="2169058"/>
                  </a:lnTo>
                  <a:lnTo>
                    <a:pt x="219659" y="2032787"/>
                  </a:lnTo>
                  <a:lnTo>
                    <a:pt x="385165" y="2149271"/>
                  </a:lnTo>
                  <a:lnTo>
                    <a:pt x="550659" y="2265769"/>
                  </a:lnTo>
                  <a:lnTo>
                    <a:pt x="454736" y="2402052"/>
                  </a:lnTo>
                  <a:lnTo>
                    <a:pt x="483933" y="2422614"/>
                  </a:lnTo>
                  <a:lnTo>
                    <a:pt x="579856" y="2286343"/>
                  </a:lnTo>
                  <a:lnTo>
                    <a:pt x="593915" y="2296223"/>
                  </a:lnTo>
                  <a:lnTo>
                    <a:pt x="910856" y="2519337"/>
                  </a:lnTo>
                  <a:lnTo>
                    <a:pt x="814933" y="2655608"/>
                  </a:lnTo>
                  <a:lnTo>
                    <a:pt x="844130" y="2676169"/>
                  </a:lnTo>
                  <a:lnTo>
                    <a:pt x="940066" y="2539885"/>
                  </a:lnTo>
                  <a:lnTo>
                    <a:pt x="1271054" y="2772892"/>
                  </a:lnTo>
                  <a:lnTo>
                    <a:pt x="1175131" y="2909163"/>
                  </a:lnTo>
                  <a:lnTo>
                    <a:pt x="1204328" y="2929725"/>
                  </a:lnTo>
                  <a:lnTo>
                    <a:pt x="1300264" y="2793441"/>
                  </a:lnTo>
                  <a:lnTo>
                    <a:pt x="1631251" y="3026448"/>
                  </a:lnTo>
                  <a:lnTo>
                    <a:pt x="1602816" y="3066846"/>
                  </a:lnTo>
                  <a:lnTo>
                    <a:pt x="1646491" y="3066846"/>
                  </a:lnTo>
                  <a:lnTo>
                    <a:pt x="1660461" y="3046996"/>
                  </a:lnTo>
                  <a:lnTo>
                    <a:pt x="1688668" y="3066846"/>
                  </a:lnTo>
                  <a:lnTo>
                    <a:pt x="1730032" y="3066846"/>
                  </a:lnTo>
                  <a:lnTo>
                    <a:pt x="1674164" y="3027540"/>
                  </a:lnTo>
                  <a:lnTo>
                    <a:pt x="1681022" y="3017786"/>
                  </a:lnTo>
                  <a:lnTo>
                    <a:pt x="1914017" y="2686799"/>
                  </a:lnTo>
                  <a:lnTo>
                    <a:pt x="2245017" y="2919793"/>
                  </a:lnTo>
                  <a:lnTo>
                    <a:pt x="2141499" y="3066846"/>
                  </a:lnTo>
                  <a:lnTo>
                    <a:pt x="2170620" y="3066846"/>
                  </a:lnTo>
                  <a:lnTo>
                    <a:pt x="2185174" y="3066846"/>
                  </a:lnTo>
                  <a:lnTo>
                    <a:pt x="2274214" y="2940367"/>
                  </a:lnTo>
                  <a:lnTo>
                    <a:pt x="2453919" y="3066846"/>
                  </a:lnTo>
                  <a:lnTo>
                    <a:pt x="2495283" y="3066846"/>
                  </a:lnTo>
                  <a:lnTo>
                    <a:pt x="2501430" y="3066846"/>
                  </a:lnTo>
                  <a:lnTo>
                    <a:pt x="2479751" y="3041358"/>
                  </a:lnTo>
                  <a:lnTo>
                    <a:pt x="2294763" y="2911170"/>
                  </a:lnTo>
                  <a:lnTo>
                    <a:pt x="2527770" y="2580170"/>
                  </a:lnTo>
                  <a:lnTo>
                    <a:pt x="2691904" y="2695689"/>
                  </a:lnTo>
                  <a:lnTo>
                    <a:pt x="2724708" y="2689669"/>
                  </a:lnTo>
                  <a:lnTo>
                    <a:pt x="2737193" y="2687370"/>
                  </a:lnTo>
                  <a:lnTo>
                    <a:pt x="2742387" y="2687548"/>
                  </a:lnTo>
                  <a:lnTo>
                    <a:pt x="2742133" y="2687370"/>
                  </a:lnTo>
                  <a:lnTo>
                    <a:pt x="2548318" y="2550972"/>
                  </a:lnTo>
                  <a:lnTo>
                    <a:pt x="2781325" y="2219972"/>
                  </a:lnTo>
                  <a:lnTo>
                    <a:pt x="3037967" y="2400617"/>
                  </a:lnTo>
                  <a:lnTo>
                    <a:pt x="3048368" y="2378811"/>
                  </a:lnTo>
                  <a:lnTo>
                    <a:pt x="3049016" y="2377440"/>
                  </a:lnTo>
                  <a:lnTo>
                    <a:pt x="3049168" y="2364816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865772" y="2754312"/>
              <a:ext cx="1348105" cy="2802890"/>
            </a:xfrm>
            <a:custGeom>
              <a:avLst/>
              <a:gdLst/>
              <a:ahLst/>
              <a:cxnLst/>
              <a:rect l="l" t="t" r="r" b="b"/>
              <a:pathLst>
                <a:path w="1348104" h="2802890">
                  <a:moveTo>
                    <a:pt x="673735" y="2465489"/>
                  </a:moveTo>
                  <a:lnTo>
                    <a:pt x="602792" y="2461310"/>
                  </a:lnTo>
                  <a:lnTo>
                    <a:pt x="543090" y="2456243"/>
                  </a:lnTo>
                  <a:lnTo>
                    <a:pt x="493598" y="2449245"/>
                  </a:lnTo>
                  <a:lnTo>
                    <a:pt x="453275" y="2439263"/>
                  </a:lnTo>
                  <a:lnTo>
                    <a:pt x="396011" y="2406269"/>
                  </a:lnTo>
                  <a:lnTo>
                    <a:pt x="363054" y="2348992"/>
                  </a:lnTo>
                  <a:lnTo>
                    <a:pt x="353098" y="2308669"/>
                  </a:lnTo>
                  <a:lnTo>
                    <a:pt x="346113" y="2259177"/>
                  </a:lnTo>
                  <a:lnTo>
                    <a:pt x="341083" y="2199475"/>
                  </a:lnTo>
                  <a:lnTo>
                    <a:pt x="336943" y="2128532"/>
                  </a:lnTo>
                  <a:lnTo>
                    <a:pt x="332778" y="2199475"/>
                  </a:lnTo>
                  <a:lnTo>
                    <a:pt x="327710" y="2259177"/>
                  </a:lnTo>
                  <a:lnTo>
                    <a:pt x="320700" y="2308669"/>
                  </a:lnTo>
                  <a:lnTo>
                    <a:pt x="310730" y="2348992"/>
                  </a:lnTo>
                  <a:lnTo>
                    <a:pt x="277736" y="2406269"/>
                  </a:lnTo>
                  <a:lnTo>
                    <a:pt x="220459" y="2439263"/>
                  </a:lnTo>
                  <a:lnTo>
                    <a:pt x="180136" y="2449245"/>
                  </a:lnTo>
                  <a:lnTo>
                    <a:pt x="130632" y="2456243"/>
                  </a:lnTo>
                  <a:lnTo>
                    <a:pt x="70929" y="2461310"/>
                  </a:lnTo>
                  <a:lnTo>
                    <a:pt x="0" y="2465489"/>
                  </a:lnTo>
                  <a:lnTo>
                    <a:pt x="70929" y="2469616"/>
                  </a:lnTo>
                  <a:lnTo>
                    <a:pt x="130632" y="2474645"/>
                  </a:lnTo>
                  <a:lnTo>
                    <a:pt x="180136" y="2481630"/>
                  </a:lnTo>
                  <a:lnTo>
                    <a:pt x="220459" y="2491587"/>
                  </a:lnTo>
                  <a:lnTo>
                    <a:pt x="277736" y="2524556"/>
                  </a:lnTo>
                  <a:lnTo>
                    <a:pt x="310730" y="2581808"/>
                  </a:lnTo>
                  <a:lnTo>
                    <a:pt x="320700" y="2622131"/>
                  </a:lnTo>
                  <a:lnTo>
                    <a:pt x="327710" y="2671635"/>
                  </a:lnTo>
                  <a:lnTo>
                    <a:pt x="332778" y="2731338"/>
                  </a:lnTo>
                  <a:lnTo>
                    <a:pt x="336943" y="2802267"/>
                  </a:lnTo>
                  <a:lnTo>
                    <a:pt x="341083" y="2731338"/>
                  </a:lnTo>
                  <a:lnTo>
                    <a:pt x="346113" y="2671635"/>
                  </a:lnTo>
                  <a:lnTo>
                    <a:pt x="353098" y="2622131"/>
                  </a:lnTo>
                  <a:lnTo>
                    <a:pt x="363054" y="2581808"/>
                  </a:lnTo>
                  <a:lnTo>
                    <a:pt x="396011" y="2524556"/>
                  </a:lnTo>
                  <a:lnTo>
                    <a:pt x="453275" y="2491587"/>
                  </a:lnTo>
                  <a:lnTo>
                    <a:pt x="493598" y="2481630"/>
                  </a:lnTo>
                  <a:lnTo>
                    <a:pt x="543090" y="2474645"/>
                  </a:lnTo>
                  <a:lnTo>
                    <a:pt x="602792" y="2469616"/>
                  </a:lnTo>
                  <a:lnTo>
                    <a:pt x="673735" y="2465489"/>
                  </a:lnTo>
                  <a:close/>
                </a:path>
                <a:path w="1348104" h="2802890">
                  <a:moveTo>
                    <a:pt x="1347584" y="336956"/>
                  </a:moveTo>
                  <a:lnTo>
                    <a:pt x="1276654" y="332790"/>
                  </a:lnTo>
                  <a:lnTo>
                    <a:pt x="1216952" y="327723"/>
                  </a:lnTo>
                  <a:lnTo>
                    <a:pt x="1167447" y="320713"/>
                  </a:lnTo>
                  <a:lnTo>
                    <a:pt x="1127125" y="310743"/>
                  </a:lnTo>
                  <a:lnTo>
                    <a:pt x="1069873" y="277749"/>
                  </a:lnTo>
                  <a:lnTo>
                    <a:pt x="1036904" y="220472"/>
                  </a:lnTo>
                  <a:lnTo>
                    <a:pt x="1026947" y="180136"/>
                  </a:lnTo>
                  <a:lnTo>
                    <a:pt x="1019962" y="130644"/>
                  </a:lnTo>
                  <a:lnTo>
                    <a:pt x="1014933" y="70942"/>
                  </a:lnTo>
                  <a:lnTo>
                    <a:pt x="1010805" y="0"/>
                  </a:lnTo>
                  <a:lnTo>
                    <a:pt x="1006627" y="70942"/>
                  </a:lnTo>
                  <a:lnTo>
                    <a:pt x="1001560" y="130644"/>
                  </a:lnTo>
                  <a:lnTo>
                    <a:pt x="994562" y="180136"/>
                  </a:lnTo>
                  <a:lnTo>
                    <a:pt x="984580" y="220472"/>
                  </a:lnTo>
                  <a:lnTo>
                    <a:pt x="951585" y="277749"/>
                  </a:lnTo>
                  <a:lnTo>
                    <a:pt x="894308" y="310743"/>
                  </a:lnTo>
                  <a:lnTo>
                    <a:pt x="853986" y="320713"/>
                  </a:lnTo>
                  <a:lnTo>
                    <a:pt x="804494" y="327723"/>
                  </a:lnTo>
                  <a:lnTo>
                    <a:pt x="744791" y="332790"/>
                  </a:lnTo>
                  <a:lnTo>
                    <a:pt x="673849" y="336956"/>
                  </a:lnTo>
                  <a:lnTo>
                    <a:pt x="744791" y="341083"/>
                  </a:lnTo>
                  <a:lnTo>
                    <a:pt x="804494" y="346125"/>
                  </a:lnTo>
                  <a:lnTo>
                    <a:pt x="853986" y="353098"/>
                  </a:lnTo>
                  <a:lnTo>
                    <a:pt x="894308" y="363054"/>
                  </a:lnTo>
                  <a:lnTo>
                    <a:pt x="951585" y="396024"/>
                  </a:lnTo>
                  <a:lnTo>
                    <a:pt x="984580" y="453288"/>
                  </a:lnTo>
                  <a:lnTo>
                    <a:pt x="994562" y="493610"/>
                  </a:lnTo>
                  <a:lnTo>
                    <a:pt x="1001560" y="543102"/>
                  </a:lnTo>
                  <a:lnTo>
                    <a:pt x="1006627" y="602805"/>
                  </a:lnTo>
                  <a:lnTo>
                    <a:pt x="1010805" y="673747"/>
                  </a:lnTo>
                  <a:lnTo>
                    <a:pt x="1014933" y="602805"/>
                  </a:lnTo>
                  <a:lnTo>
                    <a:pt x="1019962" y="543102"/>
                  </a:lnTo>
                  <a:lnTo>
                    <a:pt x="1026947" y="493610"/>
                  </a:lnTo>
                  <a:lnTo>
                    <a:pt x="1036904" y="453288"/>
                  </a:lnTo>
                  <a:lnTo>
                    <a:pt x="1069873" y="396024"/>
                  </a:lnTo>
                  <a:lnTo>
                    <a:pt x="1127125" y="363054"/>
                  </a:lnTo>
                  <a:lnTo>
                    <a:pt x="1167447" y="353098"/>
                  </a:lnTo>
                  <a:lnTo>
                    <a:pt x="1216952" y="346125"/>
                  </a:lnTo>
                  <a:lnTo>
                    <a:pt x="1276654" y="341083"/>
                  </a:lnTo>
                  <a:lnTo>
                    <a:pt x="1347584" y="336956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287624" y="1707728"/>
              <a:ext cx="2618740" cy="431800"/>
            </a:xfrm>
            <a:custGeom>
              <a:avLst/>
              <a:gdLst/>
              <a:ahLst/>
              <a:cxnLst/>
              <a:rect l="l" t="t" r="r" b="b"/>
              <a:pathLst>
                <a:path w="2618740" h="431800">
                  <a:moveTo>
                    <a:pt x="440086" y="284480"/>
                  </a:moveTo>
                  <a:lnTo>
                    <a:pt x="288552" y="284480"/>
                  </a:lnTo>
                  <a:lnTo>
                    <a:pt x="338622" y="276860"/>
                  </a:lnTo>
                  <a:lnTo>
                    <a:pt x="389652" y="260350"/>
                  </a:lnTo>
                  <a:lnTo>
                    <a:pt x="408208" y="252730"/>
                  </a:lnTo>
                  <a:lnTo>
                    <a:pt x="417693" y="247650"/>
                  </a:lnTo>
                  <a:lnTo>
                    <a:pt x="427265" y="243840"/>
                  </a:lnTo>
                  <a:lnTo>
                    <a:pt x="423561" y="236220"/>
                  </a:lnTo>
                  <a:lnTo>
                    <a:pt x="417557" y="219710"/>
                  </a:lnTo>
                  <a:lnTo>
                    <a:pt x="415256" y="210820"/>
                  </a:lnTo>
                  <a:lnTo>
                    <a:pt x="410995" y="175260"/>
                  </a:lnTo>
                  <a:lnTo>
                    <a:pt x="415140" y="138430"/>
                  </a:lnTo>
                  <a:lnTo>
                    <a:pt x="427476" y="99060"/>
                  </a:lnTo>
                  <a:lnTo>
                    <a:pt x="447788" y="60960"/>
                  </a:lnTo>
                  <a:lnTo>
                    <a:pt x="471601" y="30480"/>
                  </a:lnTo>
                  <a:lnTo>
                    <a:pt x="526538" y="0"/>
                  </a:lnTo>
                  <a:lnTo>
                    <a:pt x="555211" y="0"/>
                  </a:lnTo>
                  <a:lnTo>
                    <a:pt x="590407" y="17780"/>
                  </a:lnTo>
                  <a:lnTo>
                    <a:pt x="607754" y="40640"/>
                  </a:lnTo>
                  <a:lnTo>
                    <a:pt x="540767" y="40640"/>
                  </a:lnTo>
                  <a:lnTo>
                    <a:pt x="524721" y="44450"/>
                  </a:lnTo>
                  <a:lnTo>
                    <a:pt x="483936" y="83820"/>
                  </a:lnTo>
                  <a:lnTo>
                    <a:pt x="460371" y="133350"/>
                  </a:lnTo>
                  <a:lnTo>
                    <a:pt x="454037" y="166370"/>
                  </a:lnTo>
                  <a:lnTo>
                    <a:pt x="456172" y="193040"/>
                  </a:lnTo>
                  <a:lnTo>
                    <a:pt x="456274" y="194310"/>
                  </a:lnTo>
                  <a:lnTo>
                    <a:pt x="456376" y="195580"/>
                  </a:lnTo>
                  <a:lnTo>
                    <a:pt x="456478" y="196850"/>
                  </a:lnTo>
                  <a:lnTo>
                    <a:pt x="456579" y="198120"/>
                  </a:lnTo>
                  <a:lnTo>
                    <a:pt x="464785" y="222250"/>
                  </a:lnTo>
                  <a:lnTo>
                    <a:pt x="538598" y="222250"/>
                  </a:lnTo>
                  <a:lnTo>
                    <a:pt x="531593" y="228600"/>
                  </a:lnTo>
                  <a:lnTo>
                    <a:pt x="490108" y="257810"/>
                  </a:lnTo>
                  <a:lnTo>
                    <a:pt x="496796" y="264160"/>
                  </a:lnTo>
                  <a:lnTo>
                    <a:pt x="503808" y="269240"/>
                  </a:lnTo>
                  <a:lnTo>
                    <a:pt x="511143" y="274320"/>
                  </a:lnTo>
                  <a:lnTo>
                    <a:pt x="518805" y="279400"/>
                  </a:lnTo>
                  <a:lnTo>
                    <a:pt x="451734" y="279400"/>
                  </a:lnTo>
                  <a:lnTo>
                    <a:pt x="440086" y="284480"/>
                  </a:lnTo>
                  <a:close/>
                </a:path>
                <a:path w="2618740" h="431800">
                  <a:moveTo>
                    <a:pt x="857007" y="317500"/>
                  </a:moveTo>
                  <a:lnTo>
                    <a:pt x="668217" y="317500"/>
                  </a:lnTo>
                  <a:lnTo>
                    <a:pt x="719186" y="314960"/>
                  </a:lnTo>
                  <a:lnTo>
                    <a:pt x="773253" y="306070"/>
                  </a:lnTo>
                  <a:lnTo>
                    <a:pt x="827251" y="284480"/>
                  </a:lnTo>
                  <a:lnTo>
                    <a:pt x="831798" y="283210"/>
                  </a:lnTo>
                  <a:lnTo>
                    <a:pt x="836251" y="280670"/>
                  </a:lnTo>
                  <a:lnTo>
                    <a:pt x="840616" y="278130"/>
                  </a:lnTo>
                  <a:lnTo>
                    <a:pt x="831458" y="257810"/>
                  </a:lnTo>
                  <a:lnTo>
                    <a:pt x="824908" y="237490"/>
                  </a:lnTo>
                  <a:lnTo>
                    <a:pt x="820965" y="215900"/>
                  </a:lnTo>
                  <a:lnTo>
                    <a:pt x="820149" y="201930"/>
                  </a:lnTo>
                  <a:lnTo>
                    <a:pt x="820075" y="200660"/>
                  </a:lnTo>
                  <a:lnTo>
                    <a:pt x="820000" y="199390"/>
                  </a:lnTo>
                  <a:lnTo>
                    <a:pt x="819926" y="198120"/>
                  </a:lnTo>
                  <a:lnTo>
                    <a:pt x="819852" y="196850"/>
                  </a:lnTo>
                  <a:lnTo>
                    <a:pt x="819778" y="195580"/>
                  </a:lnTo>
                  <a:lnTo>
                    <a:pt x="819703" y="194310"/>
                  </a:lnTo>
                  <a:lnTo>
                    <a:pt x="819629" y="193040"/>
                  </a:lnTo>
                  <a:lnTo>
                    <a:pt x="824528" y="160020"/>
                  </a:lnTo>
                  <a:lnTo>
                    <a:pt x="838955" y="115570"/>
                  </a:lnTo>
                  <a:lnTo>
                    <a:pt x="862542" y="72390"/>
                  </a:lnTo>
                  <a:lnTo>
                    <a:pt x="894922" y="41910"/>
                  </a:lnTo>
                  <a:lnTo>
                    <a:pt x="917151" y="34290"/>
                  </a:lnTo>
                  <a:lnTo>
                    <a:pt x="933029" y="34290"/>
                  </a:lnTo>
                  <a:lnTo>
                    <a:pt x="978336" y="73660"/>
                  </a:lnTo>
                  <a:lnTo>
                    <a:pt x="978740" y="76200"/>
                  </a:lnTo>
                  <a:lnTo>
                    <a:pt x="923497" y="76200"/>
                  </a:lnTo>
                  <a:lnTo>
                    <a:pt x="920709" y="77470"/>
                  </a:lnTo>
                  <a:lnTo>
                    <a:pt x="918124" y="77470"/>
                  </a:lnTo>
                  <a:lnTo>
                    <a:pt x="915749" y="78740"/>
                  </a:lnTo>
                  <a:lnTo>
                    <a:pt x="895586" y="100330"/>
                  </a:lnTo>
                  <a:lnTo>
                    <a:pt x="878577" y="132080"/>
                  </a:lnTo>
                  <a:lnTo>
                    <a:pt x="866829" y="166370"/>
                  </a:lnTo>
                  <a:lnTo>
                    <a:pt x="862445" y="193040"/>
                  </a:lnTo>
                  <a:lnTo>
                    <a:pt x="863071" y="204470"/>
                  </a:lnTo>
                  <a:lnTo>
                    <a:pt x="863141" y="205740"/>
                  </a:lnTo>
                  <a:lnTo>
                    <a:pt x="863210" y="207010"/>
                  </a:lnTo>
                  <a:lnTo>
                    <a:pt x="863280" y="208280"/>
                  </a:lnTo>
                  <a:lnTo>
                    <a:pt x="865735" y="223520"/>
                  </a:lnTo>
                  <a:lnTo>
                    <a:pt x="869808" y="237490"/>
                  </a:lnTo>
                  <a:lnTo>
                    <a:pt x="875501" y="251460"/>
                  </a:lnTo>
                  <a:lnTo>
                    <a:pt x="933363" y="251460"/>
                  </a:lnTo>
                  <a:lnTo>
                    <a:pt x="922469" y="265430"/>
                  </a:lnTo>
                  <a:lnTo>
                    <a:pt x="899331" y="287020"/>
                  </a:lnTo>
                  <a:lnTo>
                    <a:pt x="913480" y="300990"/>
                  </a:lnTo>
                  <a:lnTo>
                    <a:pt x="927451" y="312420"/>
                  </a:lnTo>
                  <a:lnTo>
                    <a:pt x="864776" y="312420"/>
                  </a:lnTo>
                  <a:lnTo>
                    <a:pt x="858990" y="316230"/>
                  </a:lnTo>
                  <a:lnTo>
                    <a:pt x="857007" y="317500"/>
                  </a:lnTo>
                  <a:close/>
                </a:path>
                <a:path w="2618740" h="431800">
                  <a:moveTo>
                    <a:pt x="538598" y="222250"/>
                  </a:moveTo>
                  <a:lnTo>
                    <a:pt x="464785" y="222250"/>
                  </a:lnTo>
                  <a:lnTo>
                    <a:pt x="501260" y="198120"/>
                  </a:lnTo>
                  <a:lnTo>
                    <a:pt x="533397" y="170180"/>
                  </a:lnTo>
                  <a:lnTo>
                    <a:pt x="558645" y="139700"/>
                  </a:lnTo>
                  <a:lnTo>
                    <a:pt x="576804" y="99060"/>
                  </a:lnTo>
                  <a:lnTo>
                    <a:pt x="576996" y="96520"/>
                  </a:lnTo>
                  <a:lnTo>
                    <a:pt x="577092" y="95250"/>
                  </a:lnTo>
                  <a:lnTo>
                    <a:pt x="577188" y="93980"/>
                  </a:lnTo>
                  <a:lnTo>
                    <a:pt x="577284" y="92710"/>
                  </a:lnTo>
                  <a:lnTo>
                    <a:pt x="577380" y="91440"/>
                  </a:lnTo>
                  <a:lnTo>
                    <a:pt x="564579" y="52070"/>
                  </a:lnTo>
                  <a:lnTo>
                    <a:pt x="546889" y="41910"/>
                  </a:lnTo>
                  <a:lnTo>
                    <a:pt x="544867" y="40640"/>
                  </a:lnTo>
                  <a:lnTo>
                    <a:pt x="607754" y="40640"/>
                  </a:lnTo>
                  <a:lnTo>
                    <a:pt x="610228" y="45720"/>
                  </a:lnTo>
                  <a:lnTo>
                    <a:pt x="614137" y="55880"/>
                  </a:lnTo>
                  <a:lnTo>
                    <a:pt x="617007" y="66040"/>
                  </a:lnTo>
                  <a:lnTo>
                    <a:pt x="618837" y="76200"/>
                  </a:lnTo>
                  <a:lnTo>
                    <a:pt x="619605" y="87630"/>
                  </a:lnTo>
                  <a:lnTo>
                    <a:pt x="619483" y="91440"/>
                  </a:lnTo>
                  <a:lnTo>
                    <a:pt x="619361" y="95250"/>
                  </a:lnTo>
                  <a:lnTo>
                    <a:pt x="596794" y="158750"/>
                  </a:lnTo>
                  <a:lnTo>
                    <a:pt x="568016" y="195580"/>
                  </a:lnTo>
                  <a:lnTo>
                    <a:pt x="538598" y="222250"/>
                  </a:lnTo>
                  <a:close/>
                </a:path>
                <a:path w="2618740" h="431800">
                  <a:moveTo>
                    <a:pt x="2116330" y="388620"/>
                  </a:moveTo>
                  <a:lnTo>
                    <a:pt x="1930481" y="388620"/>
                  </a:lnTo>
                  <a:lnTo>
                    <a:pt x="1983451" y="386080"/>
                  </a:lnTo>
                  <a:lnTo>
                    <a:pt x="2035256" y="374650"/>
                  </a:lnTo>
                  <a:lnTo>
                    <a:pt x="2086134" y="355600"/>
                  </a:lnTo>
                  <a:lnTo>
                    <a:pt x="2128808" y="330200"/>
                  </a:lnTo>
                  <a:lnTo>
                    <a:pt x="2141758" y="320040"/>
                  </a:lnTo>
                  <a:lnTo>
                    <a:pt x="2121536" y="294640"/>
                  </a:lnTo>
                  <a:lnTo>
                    <a:pt x="2105564" y="265430"/>
                  </a:lnTo>
                  <a:lnTo>
                    <a:pt x="2094483" y="231140"/>
                  </a:lnTo>
                  <a:lnTo>
                    <a:pt x="2089132" y="196850"/>
                  </a:lnTo>
                  <a:lnTo>
                    <a:pt x="2089234" y="185420"/>
                  </a:lnTo>
                  <a:lnTo>
                    <a:pt x="2089271" y="184150"/>
                  </a:lnTo>
                  <a:lnTo>
                    <a:pt x="2089384" y="180340"/>
                  </a:lnTo>
                  <a:lnTo>
                    <a:pt x="2089458" y="177800"/>
                  </a:lnTo>
                  <a:lnTo>
                    <a:pt x="2089533" y="175260"/>
                  </a:lnTo>
                  <a:lnTo>
                    <a:pt x="2089608" y="172720"/>
                  </a:lnTo>
                  <a:lnTo>
                    <a:pt x="2089683" y="170180"/>
                  </a:lnTo>
                  <a:lnTo>
                    <a:pt x="2089796" y="166370"/>
                  </a:lnTo>
                  <a:lnTo>
                    <a:pt x="2089908" y="162560"/>
                  </a:lnTo>
                  <a:lnTo>
                    <a:pt x="2090021" y="158750"/>
                  </a:lnTo>
                  <a:lnTo>
                    <a:pt x="2090133" y="154940"/>
                  </a:lnTo>
                  <a:lnTo>
                    <a:pt x="2099266" y="119380"/>
                  </a:lnTo>
                  <a:lnTo>
                    <a:pt x="2139564" y="63500"/>
                  </a:lnTo>
                  <a:lnTo>
                    <a:pt x="2177040" y="46990"/>
                  </a:lnTo>
                  <a:lnTo>
                    <a:pt x="2187361" y="45720"/>
                  </a:lnTo>
                  <a:lnTo>
                    <a:pt x="2207879" y="45720"/>
                  </a:lnTo>
                  <a:lnTo>
                    <a:pt x="2247763" y="60960"/>
                  </a:lnTo>
                  <a:lnTo>
                    <a:pt x="2275230" y="87630"/>
                  </a:lnTo>
                  <a:lnTo>
                    <a:pt x="2194157" y="87630"/>
                  </a:lnTo>
                  <a:lnTo>
                    <a:pt x="2179225" y="90170"/>
                  </a:lnTo>
                  <a:lnTo>
                    <a:pt x="2149722" y="114300"/>
                  </a:lnTo>
                  <a:lnTo>
                    <a:pt x="2132293" y="162560"/>
                  </a:lnTo>
                  <a:lnTo>
                    <a:pt x="2132209" y="166370"/>
                  </a:lnTo>
                  <a:lnTo>
                    <a:pt x="2132125" y="170180"/>
                  </a:lnTo>
                  <a:lnTo>
                    <a:pt x="2132014" y="175260"/>
                  </a:lnTo>
                  <a:lnTo>
                    <a:pt x="2131902" y="180340"/>
                  </a:lnTo>
                  <a:lnTo>
                    <a:pt x="2131790" y="185420"/>
                  </a:lnTo>
                  <a:lnTo>
                    <a:pt x="2131679" y="190500"/>
                  </a:lnTo>
                  <a:lnTo>
                    <a:pt x="2131623" y="193040"/>
                  </a:lnTo>
                  <a:lnTo>
                    <a:pt x="2136001" y="220980"/>
                  </a:lnTo>
                  <a:lnTo>
                    <a:pt x="2144666" y="247650"/>
                  </a:lnTo>
                  <a:lnTo>
                    <a:pt x="2157022" y="270510"/>
                  </a:lnTo>
                  <a:lnTo>
                    <a:pt x="2172477" y="289560"/>
                  </a:lnTo>
                  <a:lnTo>
                    <a:pt x="2228899" y="289560"/>
                  </a:lnTo>
                  <a:lnTo>
                    <a:pt x="2221319" y="298450"/>
                  </a:lnTo>
                  <a:lnTo>
                    <a:pt x="2258904" y="325120"/>
                  </a:lnTo>
                  <a:lnTo>
                    <a:pt x="2307890" y="328930"/>
                  </a:lnTo>
                  <a:lnTo>
                    <a:pt x="2354964" y="330200"/>
                  </a:lnTo>
                  <a:lnTo>
                    <a:pt x="2522568" y="330200"/>
                  </a:lnTo>
                  <a:lnTo>
                    <a:pt x="2490795" y="345440"/>
                  </a:lnTo>
                  <a:lnTo>
                    <a:pt x="2177823" y="345440"/>
                  </a:lnTo>
                  <a:lnTo>
                    <a:pt x="2160770" y="359410"/>
                  </a:lnTo>
                  <a:lnTo>
                    <a:pt x="2142763" y="373380"/>
                  </a:lnTo>
                  <a:lnTo>
                    <a:pt x="2123800" y="384810"/>
                  </a:lnTo>
                  <a:lnTo>
                    <a:pt x="2116330" y="388620"/>
                  </a:lnTo>
                  <a:close/>
                </a:path>
                <a:path w="2618740" h="431800">
                  <a:moveTo>
                    <a:pt x="1286687" y="351790"/>
                  </a:moveTo>
                  <a:lnTo>
                    <a:pt x="1098514" y="351790"/>
                  </a:lnTo>
                  <a:lnTo>
                    <a:pt x="1146684" y="347980"/>
                  </a:lnTo>
                  <a:lnTo>
                    <a:pt x="1194285" y="340360"/>
                  </a:lnTo>
                  <a:lnTo>
                    <a:pt x="1239961" y="326390"/>
                  </a:lnTo>
                  <a:lnTo>
                    <a:pt x="1282354" y="306070"/>
                  </a:lnTo>
                  <a:lnTo>
                    <a:pt x="1276410" y="298450"/>
                  </a:lnTo>
                  <a:lnTo>
                    <a:pt x="1270986" y="292100"/>
                  </a:lnTo>
                  <a:lnTo>
                    <a:pt x="1266083" y="284480"/>
                  </a:lnTo>
                  <a:lnTo>
                    <a:pt x="1261698" y="275590"/>
                  </a:lnTo>
                  <a:lnTo>
                    <a:pt x="1251758" y="233680"/>
                  </a:lnTo>
                  <a:lnTo>
                    <a:pt x="1254008" y="180340"/>
                  </a:lnTo>
                  <a:lnTo>
                    <a:pt x="1268155" y="124460"/>
                  </a:lnTo>
                  <a:lnTo>
                    <a:pt x="1293905" y="78740"/>
                  </a:lnTo>
                  <a:lnTo>
                    <a:pt x="1332396" y="50800"/>
                  </a:lnTo>
                  <a:lnTo>
                    <a:pt x="1354309" y="46990"/>
                  </a:lnTo>
                  <a:lnTo>
                    <a:pt x="1377310" y="50800"/>
                  </a:lnTo>
                  <a:lnTo>
                    <a:pt x="1415381" y="73660"/>
                  </a:lnTo>
                  <a:lnTo>
                    <a:pt x="1425963" y="90170"/>
                  </a:lnTo>
                  <a:lnTo>
                    <a:pt x="1355464" y="90170"/>
                  </a:lnTo>
                  <a:lnTo>
                    <a:pt x="1349027" y="91440"/>
                  </a:lnTo>
                  <a:lnTo>
                    <a:pt x="1307155" y="142240"/>
                  </a:lnTo>
                  <a:lnTo>
                    <a:pt x="1296300" y="185420"/>
                  </a:lnTo>
                  <a:lnTo>
                    <a:pt x="1294362" y="220980"/>
                  </a:lnTo>
                  <a:lnTo>
                    <a:pt x="1294292" y="222250"/>
                  </a:lnTo>
                  <a:lnTo>
                    <a:pt x="1294223" y="223520"/>
                  </a:lnTo>
                  <a:lnTo>
                    <a:pt x="1294154" y="224790"/>
                  </a:lnTo>
                  <a:lnTo>
                    <a:pt x="1294085" y="226060"/>
                  </a:lnTo>
                  <a:lnTo>
                    <a:pt x="1303845" y="264160"/>
                  </a:lnTo>
                  <a:lnTo>
                    <a:pt x="1312919" y="275590"/>
                  </a:lnTo>
                  <a:lnTo>
                    <a:pt x="1318220" y="281940"/>
                  </a:lnTo>
                  <a:lnTo>
                    <a:pt x="1379250" y="281940"/>
                  </a:lnTo>
                  <a:lnTo>
                    <a:pt x="1373200" y="288290"/>
                  </a:lnTo>
                  <a:lnTo>
                    <a:pt x="1366929" y="294640"/>
                  </a:lnTo>
                  <a:lnTo>
                    <a:pt x="1360439" y="300990"/>
                  </a:lnTo>
                  <a:lnTo>
                    <a:pt x="1353728" y="307340"/>
                  </a:lnTo>
                  <a:lnTo>
                    <a:pt x="1402525" y="328930"/>
                  </a:lnTo>
                  <a:lnTo>
                    <a:pt x="1426147" y="335280"/>
                  </a:lnTo>
                  <a:lnTo>
                    <a:pt x="1316920" y="335280"/>
                  </a:lnTo>
                  <a:lnTo>
                    <a:pt x="1286687" y="351790"/>
                  </a:lnTo>
                  <a:close/>
                </a:path>
                <a:path w="2618740" h="431800">
                  <a:moveTo>
                    <a:pt x="1678742" y="347980"/>
                  </a:moveTo>
                  <a:lnTo>
                    <a:pt x="1507690" y="347980"/>
                  </a:lnTo>
                  <a:lnTo>
                    <a:pt x="1560182" y="344170"/>
                  </a:lnTo>
                  <a:lnTo>
                    <a:pt x="1610028" y="332740"/>
                  </a:lnTo>
                  <a:lnTo>
                    <a:pt x="1655291" y="311150"/>
                  </a:lnTo>
                  <a:lnTo>
                    <a:pt x="1659303" y="309880"/>
                  </a:lnTo>
                  <a:lnTo>
                    <a:pt x="1665757" y="306070"/>
                  </a:lnTo>
                  <a:lnTo>
                    <a:pt x="1673588" y="299720"/>
                  </a:lnTo>
                  <a:lnTo>
                    <a:pt x="1670041" y="294640"/>
                  </a:lnTo>
                  <a:lnTo>
                    <a:pt x="1666707" y="288290"/>
                  </a:lnTo>
                  <a:lnTo>
                    <a:pt x="1663587" y="281940"/>
                  </a:lnTo>
                  <a:lnTo>
                    <a:pt x="1660681" y="275590"/>
                  </a:lnTo>
                  <a:lnTo>
                    <a:pt x="1647348" y="233680"/>
                  </a:lnTo>
                  <a:lnTo>
                    <a:pt x="1643922" y="190500"/>
                  </a:lnTo>
                  <a:lnTo>
                    <a:pt x="1650333" y="148590"/>
                  </a:lnTo>
                  <a:lnTo>
                    <a:pt x="1666512" y="110490"/>
                  </a:lnTo>
                  <a:lnTo>
                    <a:pt x="1694062" y="78740"/>
                  </a:lnTo>
                  <a:lnTo>
                    <a:pt x="1727581" y="66040"/>
                  </a:lnTo>
                  <a:lnTo>
                    <a:pt x="1746430" y="67310"/>
                  </a:lnTo>
                  <a:lnTo>
                    <a:pt x="1764252" y="74930"/>
                  </a:lnTo>
                  <a:lnTo>
                    <a:pt x="1779996" y="87630"/>
                  </a:lnTo>
                  <a:lnTo>
                    <a:pt x="1792612" y="104140"/>
                  </a:lnTo>
                  <a:lnTo>
                    <a:pt x="1793973" y="107950"/>
                  </a:lnTo>
                  <a:lnTo>
                    <a:pt x="1730468" y="107950"/>
                  </a:lnTo>
                  <a:lnTo>
                    <a:pt x="1723709" y="110490"/>
                  </a:lnTo>
                  <a:lnTo>
                    <a:pt x="1691364" y="161290"/>
                  </a:lnTo>
                  <a:lnTo>
                    <a:pt x="1686655" y="193040"/>
                  </a:lnTo>
                  <a:lnTo>
                    <a:pt x="1688934" y="219710"/>
                  </a:lnTo>
                  <a:lnTo>
                    <a:pt x="1689043" y="220980"/>
                  </a:lnTo>
                  <a:lnTo>
                    <a:pt x="1689151" y="222250"/>
                  </a:lnTo>
                  <a:lnTo>
                    <a:pt x="1689260" y="223520"/>
                  </a:lnTo>
                  <a:lnTo>
                    <a:pt x="1702218" y="264160"/>
                  </a:lnTo>
                  <a:lnTo>
                    <a:pt x="1707807" y="274320"/>
                  </a:lnTo>
                  <a:lnTo>
                    <a:pt x="1767355" y="274320"/>
                  </a:lnTo>
                  <a:lnTo>
                    <a:pt x="1733356" y="308610"/>
                  </a:lnTo>
                  <a:lnTo>
                    <a:pt x="1753715" y="328930"/>
                  </a:lnTo>
                  <a:lnTo>
                    <a:pt x="1760010" y="334010"/>
                  </a:lnTo>
                  <a:lnTo>
                    <a:pt x="1699292" y="334010"/>
                  </a:lnTo>
                  <a:lnTo>
                    <a:pt x="1678742" y="347980"/>
                  </a:lnTo>
                  <a:close/>
                </a:path>
                <a:path w="2618740" h="431800">
                  <a:moveTo>
                    <a:pt x="933363" y="251460"/>
                  </a:moveTo>
                  <a:lnTo>
                    <a:pt x="875501" y="251460"/>
                  </a:lnTo>
                  <a:lnTo>
                    <a:pt x="893349" y="233680"/>
                  </a:lnTo>
                  <a:lnTo>
                    <a:pt x="908675" y="214630"/>
                  </a:lnTo>
                  <a:lnTo>
                    <a:pt x="921480" y="193040"/>
                  </a:lnTo>
                  <a:lnTo>
                    <a:pt x="931764" y="170180"/>
                  </a:lnTo>
                  <a:lnTo>
                    <a:pt x="938808" y="143510"/>
                  </a:lnTo>
                  <a:lnTo>
                    <a:pt x="941707" y="115570"/>
                  </a:lnTo>
                  <a:lnTo>
                    <a:pt x="941600" y="114300"/>
                  </a:lnTo>
                  <a:lnTo>
                    <a:pt x="941492" y="113030"/>
                  </a:lnTo>
                  <a:lnTo>
                    <a:pt x="941385" y="111760"/>
                  </a:lnTo>
                  <a:lnTo>
                    <a:pt x="941277" y="110490"/>
                  </a:lnTo>
                  <a:lnTo>
                    <a:pt x="941170" y="109220"/>
                  </a:lnTo>
                  <a:lnTo>
                    <a:pt x="941063" y="107950"/>
                  </a:lnTo>
                  <a:lnTo>
                    <a:pt x="940955" y="106680"/>
                  </a:lnTo>
                  <a:lnTo>
                    <a:pt x="940848" y="105410"/>
                  </a:lnTo>
                  <a:lnTo>
                    <a:pt x="940740" y="104140"/>
                  </a:lnTo>
                  <a:lnTo>
                    <a:pt x="940633" y="102870"/>
                  </a:lnTo>
                  <a:lnTo>
                    <a:pt x="940525" y="101600"/>
                  </a:lnTo>
                  <a:lnTo>
                    <a:pt x="940418" y="100330"/>
                  </a:lnTo>
                  <a:lnTo>
                    <a:pt x="940310" y="99060"/>
                  </a:lnTo>
                  <a:lnTo>
                    <a:pt x="940203" y="97790"/>
                  </a:lnTo>
                  <a:lnTo>
                    <a:pt x="940095" y="96520"/>
                  </a:lnTo>
                  <a:lnTo>
                    <a:pt x="939988" y="95250"/>
                  </a:lnTo>
                  <a:lnTo>
                    <a:pt x="939880" y="93980"/>
                  </a:lnTo>
                  <a:lnTo>
                    <a:pt x="939773" y="92710"/>
                  </a:lnTo>
                  <a:lnTo>
                    <a:pt x="932315" y="80010"/>
                  </a:lnTo>
                  <a:lnTo>
                    <a:pt x="929670" y="77470"/>
                  </a:lnTo>
                  <a:lnTo>
                    <a:pt x="926727" y="77470"/>
                  </a:lnTo>
                  <a:lnTo>
                    <a:pt x="923497" y="76200"/>
                  </a:lnTo>
                  <a:lnTo>
                    <a:pt x="978740" y="76200"/>
                  </a:lnTo>
                  <a:lnTo>
                    <a:pt x="984591" y="113030"/>
                  </a:lnTo>
                  <a:lnTo>
                    <a:pt x="980225" y="153670"/>
                  </a:lnTo>
                  <a:lnTo>
                    <a:pt x="971890" y="184150"/>
                  </a:lnTo>
                  <a:lnTo>
                    <a:pt x="958750" y="213360"/>
                  </a:lnTo>
                  <a:lnTo>
                    <a:pt x="942276" y="240030"/>
                  </a:lnTo>
                  <a:lnTo>
                    <a:pt x="933363" y="251460"/>
                  </a:lnTo>
                  <a:close/>
                </a:path>
                <a:path w="2618740" h="431800">
                  <a:moveTo>
                    <a:pt x="2228899" y="289560"/>
                  </a:moveTo>
                  <a:lnTo>
                    <a:pt x="2172477" y="289560"/>
                  </a:lnTo>
                  <a:lnTo>
                    <a:pt x="2184295" y="276860"/>
                  </a:lnTo>
                  <a:lnTo>
                    <a:pt x="2195488" y="262890"/>
                  </a:lnTo>
                  <a:lnTo>
                    <a:pt x="2206058" y="247650"/>
                  </a:lnTo>
                  <a:lnTo>
                    <a:pt x="2216004" y="233680"/>
                  </a:lnTo>
                  <a:lnTo>
                    <a:pt x="2231858" y="204470"/>
                  </a:lnTo>
                  <a:lnTo>
                    <a:pt x="2243255" y="172720"/>
                  </a:lnTo>
                  <a:lnTo>
                    <a:pt x="2248030" y="142240"/>
                  </a:lnTo>
                  <a:lnTo>
                    <a:pt x="2244017" y="118110"/>
                  </a:lnTo>
                  <a:lnTo>
                    <a:pt x="2215689" y="91440"/>
                  </a:lnTo>
                  <a:lnTo>
                    <a:pt x="2207775" y="90170"/>
                  </a:lnTo>
                  <a:lnTo>
                    <a:pt x="2198765" y="87630"/>
                  </a:lnTo>
                  <a:lnTo>
                    <a:pt x="2275230" y="87630"/>
                  </a:lnTo>
                  <a:lnTo>
                    <a:pt x="2277856" y="91440"/>
                  </a:lnTo>
                  <a:lnTo>
                    <a:pt x="2283019" y="101600"/>
                  </a:lnTo>
                  <a:lnTo>
                    <a:pt x="2290800" y="148590"/>
                  </a:lnTo>
                  <a:lnTo>
                    <a:pt x="2281238" y="195580"/>
                  </a:lnTo>
                  <a:lnTo>
                    <a:pt x="2264843" y="233680"/>
                  </a:lnTo>
                  <a:lnTo>
                    <a:pt x="2252123" y="256540"/>
                  </a:lnTo>
                  <a:lnTo>
                    <a:pt x="2242415" y="270510"/>
                  </a:lnTo>
                  <a:lnTo>
                    <a:pt x="2232147" y="285750"/>
                  </a:lnTo>
                  <a:lnTo>
                    <a:pt x="2228899" y="289560"/>
                  </a:lnTo>
                  <a:close/>
                </a:path>
                <a:path w="2618740" h="431800">
                  <a:moveTo>
                    <a:pt x="1379250" y="281940"/>
                  </a:moveTo>
                  <a:lnTo>
                    <a:pt x="1318204" y="281940"/>
                  </a:lnTo>
                  <a:lnTo>
                    <a:pt x="1325837" y="275590"/>
                  </a:lnTo>
                  <a:lnTo>
                    <a:pt x="1333162" y="267970"/>
                  </a:lnTo>
                  <a:lnTo>
                    <a:pt x="1364390" y="227330"/>
                  </a:lnTo>
                  <a:lnTo>
                    <a:pt x="1380671" y="189230"/>
                  </a:lnTo>
                  <a:lnTo>
                    <a:pt x="1390650" y="149860"/>
                  </a:lnTo>
                  <a:lnTo>
                    <a:pt x="1389999" y="133350"/>
                  </a:lnTo>
                  <a:lnTo>
                    <a:pt x="1389949" y="132080"/>
                  </a:lnTo>
                  <a:lnTo>
                    <a:pt x="1389849" y="129540"/>
                  </a:lnTo>
                  <a:lnTo>
                    <a:pt x="1389748" y="127000"/>
                  </a:lnTo>
                  <a:lnTo>
                    <a:pt x="1389648" y="124460"/>
                  </a:lnTo>
                  <a:lnTo>
                    <a:pt x="1389548" y="121920"/>
                  </a:lnTo>
                  <a:lnTo>
                    <a:pt x="1389498" y="120650"/>
                  </a:lnTo>
                  <a:lnTo>
                    <a:pt x="1389398" y="118110"/>
                  </a:lnTo>
                  <a:lnTo>
                    <a:pt x="1389298" y="115570"/>
                  </a:lnTo>
                  <a:lnTo>
                    <a:pt x="1389247" y="114300"/>
                  </a:lnTo>
                  <a:lnTo>
                    <a:pt x="1387798" y="109220"/>
                  </a:lnTo>
                  <a:lnTo>
                    <a:pt x="1384938" y="104140"/>
                  </a:lnTo>
                  <a:lnTo>
                    <a:pt x="1376401" y="95250"/>
                  </a:lnTo>
                  <a:lnTo>
                    <a:pt x="1371358" y="92710"/>
                  </a:lnTo>
                  <a:lnTo>
                    <a:pt x="1365550" y="91440"/>
                  </a:lnTo>
                  <a:lnTo>
                    <a:pt x="1362260" y="90170"/>
                  </a:lnTo>
                  <a:lnTo>
                    <a:pt x="1425963" y="90170"/>
                  </a:lnTo>
                  <a:lnTo>
                    <a:pt x="1428481" y="96520"/>
                  </a:lnTo>
                  <a:lnTo>
                    <a:pt x="1430217" y="102870"/>
                  </a:lnTo>
                  <a:lnTo>
                    <a:pt x="1433278" y="148590"/>
                  </a:lnTo>
                  <a:lnTo>
                    <a:pt x="1433363" y="149860"/>
                  </a:lnTo>
                  <a:lnTo>
                    <a:pt x="1433448" y="151130"/>
                  </a:lnTo>
                  <a:lnTo>
                    <a:pt x="1421457" y="201930"/>
                  </a:lnTo>
                  <a:lnTo>
                    <a:pt x="1401105" y="248920"/>
                  </a:lnTo>
                  <a:lnTo>
                    <a:pt x="1379250" y="281940"/>
                  </a:lnTo>
                  <a:close/>
                </a:path>
                <a:path w="2618740" h="431800">
                  <a:moveTo>
                    <a:pt x="282415" y="327660"/>
                  </a:moveTo>
                  <a:lnTo>
                    <a:pt x="233788" y="326390"/>
                  </a:lnTo>
                  <a:lnTo>
                    <a:pt x="183475" y="316230"/>
                  </a:lnTo>
                  <a:lnTo>
                    <a:pt x="142658" y="300990"/>
                  </a:lnTo>
                  <a:lnTo>
                    <a:pt x="102678" y="279400"/>
                  </a:lnTo>
                  <a:lnTo>
                    <a:pt x="65995" y="251460"/>
                  </a:lnTo>
                  <a:lnTo>
                    <a:pt x="35070" y="217170"/>
                  </a:lnTo>
                  <a:lnTo>
                    <a:pt x="12364" y="177800"/>
                  </a:lnTo>
                  <a:lnTo>
                    <a:pt x="335" y="132080"/>
                  </a:lnTo>
                  <a:lnTo>
                    <a:pt x="0" y="129540"/>
                  </a:lnTo>
                  <a:lnTo>
                    <a:pt x="143" y="127000"/>
                  </a:lnTo>
                  <a:lnTo>
                    <a:pt x="215" y="125730"/>
                  </a:lnTo>
                  <a:lnTo>
                    <a:pt x="1749" y="120650"/>
                  </a:lnTo>
                  <a:lnTo>
                    <a:pt x="3009" y="118110"/>
                  </a:lnTo>
                  <a:lnTo>
                    <a:pt x="6514" y="114300"/>
                  </a:lnTo>
                  <a:lnTo>
                    <a:pt x="8626" y="111760"/>
                  </a:lnTo>
                  <a:lnTo>
                    <a:pt x="13570" y="109220"/>
                  </a:lnTo>
                  <a:lnTo>
                    <a:pt x="16214" y="107950"/>
                  </a:lnTo>
                  <a:lnTo>
                    <a:pt x="24635" y="107950"/>
                  </a:lnTo>
                  <a:lnTo>
                    <a:pt x="30125" y="109220"/>
                  </a:lnTo>
                  <a:lnTo>
                    <a:pt x="32617" y="110490"/>
                  </a:lnTo>
                  <a:lnTo>
                    <a:pt x="37094" y="114300"/>
                  </a:lnTo>
                  <a:lnTo>
                    <a:pt x="38904" y="115570"/>
                  </a:lnTo>
                  <a:lnTo>
                    <a:pt x="41666" y="120650"/>
                  </a:lnTo>
                  <a:lnTo>
                    <a:pt x="42512" y="124460"/>
                  </a:lnTo>
                  <a:lnTo>
                    <a:pt x="42820" y="127000"/>
                  </a:lnTo>
                  <a:lnTo>
                    <a:pt x="55799" y="170180"/>
                  </a:lnTo>
                  <a:lnTo>
                    <a:pt x="81190" y="207010"/>
                  </a:lnTo>
                  <a:lnTo>
                    <a:pt x="115410" y="236220"/>
                  </a:lnTo>
                  <a:lnTo>
                    <a:pt x="154877" y="259080"/>
                  </a:lnTo>
                  <a:lnTo>
                    <a:pt x="196007" y="275590"/>
                  </a:lnTo>
                  <a:lnTo>
                    <a:pt x="240620" y="284480"/>
                  </a:lnTo>
                  <a:lnTo>
                    <a:pt x="440086" y="284480"/>
                  </a:lnTo>
                  <a:lnTo>
                    <a:pt x="405441" y="299720"/>
                  </a:lnTo>
                  <a:lnTo>
                    <a:pt x="369516" y="312420"/>
                  </a:lnTo>
                  <a:lnTo>
                    <a:pt x="328083" y="322580"/>
                  </a:lnTo>
                  <a:lnTo>
                    <a:pt x="282415" y="327660"/>
                  </a:lnTo>
                  <a:close/>
                </a:path>
                <a:path w="2618740" h="431800">
                  <a:moveTo>
                    <a:pt x="1767355" y="274320"/>
                  </a:moveTo>
                  <a:lnTo>
                    <a:pt x="1707807" y="274320"/>
                  </a:lnTo>
                  <a:lnTo>
                    <a:pt x="1736868" y="245110"/>
                  </a:lnTo>
                  <a:lnTo>
                    <a:pt x="1759209" y="209550"/>
                  </a:lnTo>
                  <a:lnTo>
                    <a:pt x="1767748" y="168910"/>
                  </a:lnTo>
                  <a:lnTo>
                    <a:pt x="1755406" y="125730"/>
                  </a:lnTo>
                  <a:lnTo>
                    <a:pt x="1731532" y="107950"/>
                  </a:lnTo>
                  <a:lnTo>
                    <a:pt x="1793973" y="107950"/>
                  </a:lnTo>
                  <a:lnTo>
                    <a:pt x="1808951" y="149860"/>
                  </a:lnTo>
                  <a:lnTo>
                    <a:pt x="1808862" y="154940"/>
                  </a:lnTo>
                  <a:lnTo>
                    <a:pt x="1808751" y="161290"/>
                  </a:lnTo>
                  <a:lnTo>
                    <a:pt x="1808662" y="166370"/>
                  </a:lnTo>
                  <a:lnTo>
                    <a:pt x="1808551" y="172720"/>
                  </a:lnTo>
                  <a:lnTo>
                    <a:pt x="1808462" y="177800"/>
                  </a:lnTo>
                  <a:lnTo>
                    <a:pt x="1808351" y="184150"/>
                  </a:lnTo>
                  <a:lnTo>
                    <a:pt x="1808240" y="190500"/>
                  </a:lnTo>
                  <a:lnTo>
                    <a:pt x="1808174" y="194310"/>
                  </a:lnTo>
                  <a:lnTo>
                    <a:pt x="1793301" y="236220"/>
                  </a:lnTo>
                  <a:lnTo>
                    <a:pt x="1767355" y="274320"/>
                  </a:lnTo>
                  <a:close/>
                </a:path>
                <a:path w="2618740" h="431800">
                  <a:moveTo>
                    <a:pt x="2522568" y="330200"/>
                  </a:moveTo>
                  <a:lnTo>
                    <a:pt x="2354964" y="330200"/>
                  </a:lnTo>
                  <a:lnTo>
                    <a:pt x="2396817" y="326390"/>
                  </a:lnTo>
                  <a:lnTo>
                    <a:pt x="2434161" y="320040"/>
                  </a:lnTo>
                  <a:lnTo>
                    <a:pt x="2504683" y="292100"/>
                  </a:lnTo>
                  <a:lnTo>
                    <a:pt x="2535905" y="269240"/>
                  </a:lnTo>
                  <a:lnTo>
                    <a:pt x="2577246" y="209550"/>
                  </a:lnTo>
                  <a:lnTo>
                    <a:pt x="2578271" y="207010"/>
                  </a:lnTo>
                  <a:lnTo>
                    <a:pt x="2579760" y="204470"/>
                  </a:lnTo>
                  <a:lnTo>
                    <a:pt x="2583678" y="200660"/>
                  </a:lnTo>
                  <a:lnTo>
                    <a:pt x="2585960" y="199390"/>
                  </a:lnTo>
                  <a:lnTo>
                    <a:pt x="2591145" y="196850"/>
                  </a:lnTo>
                  <a:lnTo>
                    <a:pt x="2593862" y="196850"/>
                  </a:lnTo>
                  <a:lnTo>
                    <a:pt x="2596701" y="195580"/>
                  </a:lnTo>
                  <a:lnTo>
                    <a:pt x="2599539" y="195580"/>
                  </a:lnTo>
                  <a:lnTo>
                    <a:pt x="2602278" y="196850"/>
                  </a:lnTo>
                  <a:lnTo>
                    <a:pt x="2604923" y="198120"/>
                  </a:lnTo>
                  <a:lnTo>
                    <a:pt x="2607563" y="198120"/>
                  </a:lnTo>
                  <a:lnTo>
                    <a:pt x="2609911" y="200660"/>
                  </a:lnTo>
                  <a:lnTo>
                    <a:pt x="2614011" y="204470"/>
                  </a:lnTo>
                  <a:lnTo>
                    <a:pt x="2615609" y="205740"/>
                  </a:lnTo>
                  <a:lnTo>
                    <a:pt x="2617902" y="212090"/>
                  </a:lnTo>
                  <a:lnTo>
                    <a:pt x="2618514" y="214630"/>
                  </a:lnTo>
                  <a:lnTo>
                    <a:pt x="2618580" y="217170"/>
                  </a:lnTo>
                  <a:lnTo>
                    <a:pt x="2618651" y="219710"/>
                  </a:lnTo>
                  <a:lnTo>
                    <a:pt x="2596183" y="264160"/>
                  </a:lnTo>
                  <a:lnTo>
                    <a:pt x="2566030" y="299720"/>
                  </a:lnTo>
                  <a:lnTo>
                    <a:pt x="2527864" y="327660"/>
                  </a:lnTo>
                  <a:lnTo>
                    <a:pt x="2522568" y="330200"/>
                  </a:lnTo>
                  <a:close/>
                </a:path>
                <a:path w="2618740" h="431800">
                  <a:moveTo>
                    <a:pt x="668609" y="359410"/>
                  </a:moveTo>
                  <a:lnTo>
                    <a:pt x="617806" y="355600"/>
                  </a:lnTo>
                  <a:lnTo>
                    <a:pt x="550774" y="340360"/>
                  </a:lnTo>
                  <a:lnTo>
                    <a:pt x="496600" y="316230"/>
                  </a:lnTo>
                  <a:lnTo>
                    <a:pt x="461906" y="289560"/>
                  </a:lnTo>
                  <a:lnTo>
                    <a:pt x="451734" y="279400"/>
                  </a:lnTo>
                  <a:lnTo>
                    <a:pt x="518805" y="279400"/>
                  </a:lnTo>
                  <a:lnTo>
                    <a:pt x="540489" y="290830"/>
                  </a:lnTo>
                  <a:lnTo>
                    <a:pt x="565047" y="300990"/>
                  </a:lnTo>
                  <a:lnTo>
                    <a:pt x="592662" y="307340"/>
                  </a:lnTo>
                  <a:lnTo>
                    <a:pt x="623516" y="313690"/>
                  </a:lnTo>
                  <a:lnTo>
                    <a:pt x="668217" y="317500"/>
                  </a:lnTo>
                  <a:lnTo>
                    <a:pt x="857007" y="317500"/>
                  </a:lnTo>
                  <a:lnTo>
                    <a:pt x="853043" y="320040"/>
                  </a:lnTo>
                  <a:lnTo>
                    <a:pt x="846981" y="322580"/>
                  </a:lnTo>
                  <a:lnTo>
                    <a:pt x="806948" y="340360"/>
                  </a:lnTo>
                  <a:lnTo>
                    <a:pt x="763597" y="351790"/>
                  </a:lnTo>
                  <a:lnTo>
                    <a:pt x="717345" y="358140"/>
                  </a:lnTo>
                  <a:lnTo>
                    <a:pt x="668609" y="359410"/>
                  </a:lnTo>
                  <a:close/>
                </a:path>
                <a:path w="2618740" h="431800">
                  <a:moveTo>
                    <a:pt x="1085708" y="394970"/>
                  </a:moveTo>
                  <a:lnTo>
                    <a:pt x="1038100" y="391160"/>
                  </a:lnTo>
                  <a:lnTo>
                    <a:pt x="992468" y="383540"/>
                  </a:lnTo>
                  <a:lnTo>
                    <a:pt x="949851" y="370840"/>
                  </a:lnTo>
                  <a:lnTo>
                    <a:pt x="903455" y="347980"/>
                  </a:lnTo>
                  <a:lnTo>
                    <a:pt x="864776" y="312420"/>
                  </a:lnTo>
                  <a:lnTo>
                    <a:pt x="927451" y="312420"/>
                  </a:lnTo>
                  <a:lnTo>
                    <a:pt x="929003" y="313690"/>
                  </a:lnTo>
                  <a:lnTo>
                    <a:pt x="945898" y="322580"/>
                  </a:lnTo>
                  <a:lnTo>
                    <a:pt x="964164" y="330200"/>
                  </a:lnTo>
                  <a:lnTo>
                    <a:pt x="1005897" y="342900"/>
                  </a:lnTo>
                  <a:lnTo>
                    <a:pt x="1051132" y="349250"/>
                  </a:lnTo>
                  <a:lnTo>
                    <a:pt x="1098514" y="351790"/>
                  </a:lnTo>
                  <a:lnTo>
                    <a:pt x="1286687" y="351790"/>
                  </a:lnTo>
                  <a:lnTo>
                    <a:pt x="1275059" y="358140"/>
                  </a:lnTo>
                  <a:lnTo>
                    <a:pt x="1229966" y="374650"/>
                  </a:lnTo>
                  <a:lnTo>
                    <a:pt x="1182683" y="386080"/>
                  </a:lnTo>
                  <a:lnTo>
                    <a:pt x="1134249" y="392430"/>
                  </a:lnTo>
                  <a:lnTo>
                    <a:pt x="1085708" y="394970"/>
                  </a:lnTo>
                  <a:close/>
                </a:path>
                <a:path w="2618740" h="431800">
                  <a:moveTo>
                    <a:pt x="1939097" y="431800"/>
                  </a:moveTo>
                  <a:lnTo>
                    <a:pt x="1872589" y="426720"/>
                  </a:lnTo>
                  <a:lnTo>
                    <a:pt x="1807635" y="411480"/>
                  </a:lnTo>
                  <a:lnTo>
                    <a:pt x="1751380" y="382270"/>
                  </a:lnTo>
                  <a:lnTo>
                    <a:pt x="1699292" y="334010"/>
                  </a:lnTo>
                  <a:lnTo>
                    <a:pt x="1760010" y="334010"/>
                  </a:lnTo>
                  <a:lnTo>
                    <a:pt x="1775748" y="346710"/>
                  </a:lnTo>
                  <a:lnTo>
                    <a:pt x="1798271" y="360680"/>
                  </a:lnTo>
                  <a:lnTo>
                    <a:pt x="1820096" y="369570"/>
                  </a:lnTo>
                  <a:lnTo>
                    <a:pt x="1876108" y="383540"/>
                  </a:lnTo>
                  <a:lnTo>
                    <a:pt x="1930481" y="388620"/>
                  </a:lnTo>
                  <a:lnTo>
                    <a:pt x="2116330" y="388620"/>
                  </a:lnTo>
                  <a:lnTo>
                    <a:pt x="2103880" y="394970"/>
                  </a:lnTo>
                  <a:lnTo>
                    <a:pt x="2064196" y="411480"/>
                  </a:lnTo>
                  <a:lnTo>
                    <a:pt x="2023504" y="422910"/>
                  </a:lnTo>
                  <a:lnTo>
                    <a:pt x="1981804" y="429260"/>
                  </a:lnTo>
                  <a:lnTo>
                    <a:pt x="1939097" y="431800"/>
                  </a:lnTo>
                  <a:close/>
                </a:path>
                <a:path w="2618740" h="431800">
                  <a:moveTo>
                    <a:pt x="1533335" y="389890"/>
                  </a:moveTo>
                  <a:lnTo>
                    <a:pt x="1481173" y="388620"/>
                  </a:lnTo>
                  <a:lnTo>
                    <a:pt x="1429204" y="381000"/>
                  </a:lnTo>
                  <a:lnTo>
                    <a:pt x="1378841" y="365760"/>
                  </a:lnTo>
                  <a:lnTo>
                    <a:pt x="1331496" y="344170"/>
                  </a:lnTo>
                  <a:lnTo>
                    <a:pt x="1321532" y="337820"/>
                  </a:lnTo>
                  <a:lnTo>
                    <a:pt x="1316920" y="335280"/>
                  </a:lnTo>
                  <a:lnTo>
                    <a:pt x="1426147" y="335280"/>
                  </a:lnTo>
                  <a:lnTo>
                    <a:pt x="1454492" y="342900"/>
                  </a:lnTo>
                  <a:lnTo>
                    <a:pt x="1507690" y="347980"/>
                  </a:lnTo>
                  <a:lnTo>
                    <a:pt x="1678742" y="347980"/>
                  </a:lnTo>
                  <a:lnTo>
                    <a:pt x="1676862" y="349250"/>
                  </a:lnTo>
                  <a:lnTo>
                    <a:pt x="1632592" y="369570"/>
                  </a:lnTo>
                  <a:lnTo>
                    <a:pt x="1584279" y="383540"/>
                  </a:lnTo>
                  <a:lnTo>
                    <a:pt x="1533335" y="389890"/>
                  </a:lnTo>
                  <a:close/>
                </a:path>
                <a:path w="2618740" h="431800">
                  <a:moveTo>
                    <a:pt x="2344074" y="372110"/>
                  </a:moveTo>
                  <a:lnTo>
                    <a:pt x="2306088" y="372110"/>
                  </a:lnTo>
                  <a:lnTo>
                    <a:pt x="2274800" y="369570"/>
                  </a:lnTo>
                  <a:lnTo>
                    <a:pt x="2242323" y="365760"/>
                  </a:lnTo>
                  <a:lnTo>
                    <a:pt x="2209663" y="358140"/>
                  </a:lnTo>
                  <a:lnTo>
                    <a:pt x="2177823" y="345440"/>
                  </a:lnTo>
                  <a:lnTo>
                    <a:pt x="2490795" y="345440"/>
                  </a:lnTo>
                  <a:lnTo>
                    <a:pt x="2482852" y="349250"/>
                  </a:lnTo>
                  <a:lnTo>
                    <a:pt x="2434965" y="363220"/>
                  </a:lnTo>
                  <a:lnTo>
                    <a:pt x="2387869" y="370840"/>
                  </a:lnTo>
                  <a:lnTo>
                    <a:pt x="2344074" y="372110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6473403" y="7372898"/>
              <a:ext cx="521970" cy="521970"/>
            </a:xfrm>
            <a:custGeom>
              <a:avLst/>
              <a:gdLst/>
              <a:ahLst/>
              <a:cxnLst/>
              <a:rect l="l" t="t" r="r" b="b"/>
              <a:pathLst>
                <a:path w="521969" h="521970">
                  <a:moveTo>
                    <a:pt x="260736" y="521345"/>
                  </a:moveTo>
                  <a:lnTo>
                    <a:pt x="256808" y="456541"/>
                  </a:lnTo>
                  <a:lnTo>
                    <a:pt x="251645" y="404030"/>
                  </a:lnTo>
                  <a:lnTo>
                    <a:pt x="243863" y="362431"/>
                  </a:lnTo>
                  <a:lnTo>
                    <a:pt x="214918" y="306442"/>
                  </a:lnTo>
                  <a:lnTo>
                    <a:pt x="158917" y="277525"/>
                  </a:lnTo>
                  <a:lnTo>
                    <a:pt x="117315" y="269765"/>
                  </a:lnTo>
                  <a:lnTo>
                    <a:pt x="64804" y="264629"/>
                  </a:lnTo>
                  <a:lnTo>
                    <a:pt x="0" y="260736"/>
                  </a:lnTo>
                  <a:lnTo>
                    <a:pt x="64804" y="256808"/>
                  </a:lnTo>
                  <a:lnTo>
                    <a:pt x="117315" y="251645"/>
                  </a:lnTo>
                  <a:lnTo>
                    <a:pt x="158917" y="243863"/>
                  </a:lnTo>
                  <a:lnTo>
                    <a:pt x="214918" y="214918"/>
                  </a:lnTo>
                  <a:lnTo>
                    <a:pt x="243863" y="158917"/>
                  </a:lnTo>
                  <a:lnTo>
                    <a:pt x="251645" y="117315"/>
                  </a:lnTo>
                  <a:lnTo>
                    <a:pt x="256808" y="64804"/>
                  </a:lnTo>
                  <a:lnTo>
                    <a:pt x="260736" y="0"/>
                  </a:lnTo>
                  <a:lnTo>
                    <a:pt x="264629" y="64804"/>
                  </a:lnTo>
                  <a:lnTo>
                    <a:pt x="269765" y="117315"/>
                  </a:lnTo>
                  <a:lnTo>
                    <a:pt x="277525" y="158917"/>
                  </a:lnTo>
                  <a:lnTo>
                    <a:pt x="306442" y="214918"/>
                  </a:lnTo>
                  <a:lnTo>
                    <a:pt x="362431" y="243863"/>
                  </a:lnTo>
                  <a:lnTo>
                    <a:pt x="404030" y="251645"/>
                  </a:lnTo>
                  <a:lnTo>
                    <a:pt x="456541" y="256808"/>
                  </a:lnTo>
                  <a:lnTo>
                    <a:pt x="521345" y="260736"/>
                  </a:lnTo>
                  <a:lnTo>
                    <a:pt x="456541" y="264629"/>
                  </a:lnTo>
                  <a:lnTo>
                    <a:pt x="404030" y="269765"/>
                  </a:lnTo>
                  <a:lnTo>
                    <a:pt x="362431" y="277525"/>
                  </a:lnTo>
                  <a:lnTo>
                    <a:pt x="306442" y="306442"/>
                  </a:lnTo>
                  <a:lnTo>
                    <a:pt x="277525" y="362431"/>
                  </a:lnTo>
                  <a:lnTo>
                    <a:pt x="269765" y="404030"/>
                  </a:lnTo>
                  <a:lnTo>
                    <a:pt x="264629" y="456541"/>
                  </a:lnTo>
                  <a:lnTo>
                    <a:pt x="260736" y="521345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07847" y="7786947"/>
              <a:ext cx="74880" cy="15273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22818" y="8110799"/>
              <a:ext cx="105972" cy="14048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01140" y="8279909"/>
              <a:ext cx="153612" cy="7419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55676" y="8044215"/>
              <a:ext cx="112412" cy="13658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75962" y="7807403"/>
              <a:ext cx="82532" cy="15094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976970" y="7571174"/>
              <a:ext cx="118482" cy="13163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826863" y="6413234"/>
              <a:ext cx="155575" cy="58419"/>
            </a:xfrm>
            <a:custGeom>
              <a:avLst/>
              <a:gdLst/>
              <a:ahLst/>
              <a:cxnLst/>
              <a:rect l="l" t="t" r="r" b="b"/>
              <a:pathLst>
                <a:path w="155575" h="58420">
                  <a:moveTo>
                    <a:pt x="655" y="37378"/>
                  </a:moveTo>
                  <a:lnTo>
                    <a:pt x="28941" y="58393"/>
                  </a:lnTo>
                  <a:lnTo>
                    <a:pt x="53944" y="57415"/>
                  </a:lnTo>
                  <a:lnTo>
                    <a:pt x="78796" y="56615"/>
                  </a:lnTo>
                  <a:lnTo>
                    <a:pt x="103406" y="55997"/>
                  </a:lnTo>
                  <a:lnTo>
                    <a:pt x="127677" y="55545"/>
                  </a:lnTo>
                  <a:lnTo>
                    <a:pt x="138462" y="53218"/>
                  </a:lnTo>
                  <a:lnTo>
                    <a:pt x="147211" y="47146"/>
                  </a:lnTo>
                  <a:lnTo>
                    <a:pt x="153040" y="38234"/>
                  </a:lnTo>
                  <a:lnTo>
                    <a:pt x="155069" y="27392"/>
                  </a:lnTo>
                  <a:lnTo>
                    <a:pt x="152742" y="16606"/>
                  </a:lnTo>
                  <a:lnTo>
                    <a:pt x="146670" y="7858"/>
                  </a:lnTo>
                  <a:lnTo>
                    <a:pt x="137759" y="2029"/>
                  </a:lnTo>
                  <a:lnTo>
                    <a:pt x="126916" y="0"/>
                  </a:lnTo>
                  <a:lnTo>
                    <a:pt x="102232" y="443"/>
                  </a:lnTo>
                  <a:lnTo>
                    <a:pt x="51968" y="1892"/>
                  </a:lnTo>
                  <a:lnTo>
                    <a:pt x="7284" y="11861"/>
                  </a:lnTo>
                  <a:lnTo>
                    <a:pt x="0" y="31831"/>
                  </a:lnTo>
                  <a:lnTo>
                    <a:pt x="106" y="34673"/>
                  </a:lnTo>
                  <a:lnTo>
                    <a:pt x="655" y="37378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63631" y="7434617"/>
              <a:ext cx="146021" cy="9755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51206" y="8228299"/>
              <a:ext cx="143852" cy="99937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72965" y="6425961"/>
              <a:ext cx="154496" cy="64381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715901" y="7864368"/>
              <a:ext cx="89866" cy="14842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60956" y="8272856"/>
              <a:ext cx="119272" cy="13111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95496" y="8039257"/>
              <a:ext cx="81212" cy="15127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9525653" y="7554070"/>
              <a:ext cx="58419" cy="155575"/>
            </a:xfrm>
            <a:custGeom>
              <a:avLst/>
              <a:gdLst/>
              <a:ahLst/>
              <a:cxnLst/>
              <a:rect l="l" t="t" r="r" b="b"/>
              <a:pathLst>
                <a:path w="58420" h="155575">
                  <a:moveTo>
                    <a:pt x="544" y="133076"/>
                  </a:moveTo>
                  <a:lnTo>
                    <a:pt x="26033" y="155018"/>
                  </a:lnTo>
                  <a:lnTo>
                    <a:pt x="36963" y="153595"/>
                  </a:lnTo>
                  <a:lnTo>
                    <a:pt x="57167" y="103795"/>
                  </a:lnTo>
                  <a:lnTo>
                    <a:pt x="58307" y="52607"/>
                  </a:lnTo>
                  <a:lnTo>
                    <a:pt x="57957" y="27051"/>
                  </a:lnTo>
                  <a:lnTo>
                    <a:pt x="55494" y="16297"/>
                  </a:lnTo>
                  <a:lnTo>
                    <a:pt x="49317" y="7623"/>
                  </a:lnTo>
                  <a:lnTo>
                    <a:pt x="40339" y="1900"/>
                  </a:lnTo>
                  <a:lnTo>
                    <a:pt x="29475" y="0"/>
                  </a:lnTo>
                  <a:lnTo>
                    <a:pt x="18721" y="2463"/>
                  </a:lnTo>
                  <a:lnTo>
                    <a:pt x="10047" y="8640"/>
                  </a:lnTo>
                  <a:lnTo>
                    <a:pt x="4324" y="17617"/>
                  </a:lnTo>
                  <a:lnTo>
                    <a:pt x="2424" y="28481"/>
                  </a:lnTo>
                  <a:lnTo>
                    <a:pt x="2753" y="52712"/>
                  </a:lnTo>
                  <a:lnTo>
                    <a:pt x="2503" y="76992"/>
                  </a:lnTo>
                  <a:lnTo>
                    <a:pt x="1674" y="101239"/>
                  </a:lnTo>
                  <a:lnTo>
                    <a:pt x="269" y="125372"/>
                  </a:lnTo>
                  <a:lnTo>
                    <a:pt x="0" y="129286"/>
                  </a:lnTo>
                  <a:lnTo>
                    <a:pt x="544" y="133076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583580" y="6490818"/>
              <a:ext cx="151068" cy="8518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22592" y="6577769"/>
              <a:ext cx="145510" cy="99337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42626" y="7674391"/>
              <a:ext cx="129710" cy="12149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8081392" y="6415052"/>
              <a:ext cx="155575" cy="61594"/>
            </a:xfrm>
            <a:custGeom>
              <a:avLst/>
              <a:gdLst/>
              <a:ahLst/>
              <a:cxnLst/>
              <a:rect l="l" t="t" r="r" b="b"/>
              <a:pathLst>
                <a:path w="155575" h="61595">
                  <a:moveTo>
                    <a:pt x="563" y="33809"/>
                  </a:moveTo>
                  <a:lnTo>
                    <a:pt x="51659" y="56575"/>
                  </a:lnTo>
                  <a:lnTo>
                    <a:pt x="76392" y="57874"/>
                  </a:lnTo>
                  <a:lnTo>
                    <a:pt x="100930" y="59396"/>
                  </a:lnTo>
                  <a:lnTo>
                    <a:pt x="125188" y="61135"/>
                  </a:lnTo>
                  <a:lnTo>
                    <a:pt x="136138" y="59781"/>
                  </a:lnTo>
                  <a:lnTo>
                    <a:pt x="145396" y="54519"/>
                  </a:lnTo>
                  <a:lnTo>
                    <a:pt x="152005" y="46171"/>
                  </a:lnTo>
                  <a:lnTo>
                    <a:pt x="155003" y="35556"/>
                  </a:lnTo>
                  <a:lnTo>
                    <a:pt x="153648" y="24607"/>
                  </a:lnTo>
                  <a:lnTo>
                    <a:pt x="104645" y="3970"/>
                  </a:lnTo>
                  <a:lnTo>
                    <a:pt x="54312" y="1090"/>
                  </a:lnTo>
                  <a:lnTo>
                    <a:pt x="28936" y="0"/>
                  </a:lnTo>
                  <a:lnTo>
                    <a:pt x="18054" y="1769"/>
                  </a:lnTo>
                  <a:lnTo>
                    <a:pt x="9006" y="7382"/>
                  </a:lnTo>
                  <a:lnTo>
                    <a:pt x="2722" y="15977"/>
                  </a:lnTo>
                  <a:lnTo>
                    <a:pt x="128" y="26693"/>
                  </a:lnTo>
                  <a:lnTo>
                    <a:pt x="0" y="30312"/>
                  </a:lnTo>
                  <a:lnTo>
                    <a:pt x="563" y="33809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44201" y="6702217"/>
              <a:ext cx="136683" cy="114016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34751" y="6437851"/>
              <a:ext cx="153602" cy="7151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43597" y="7533180"/>
              <a:ext cx="140543" cy="106597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67936" y="7431329"/>
              <a:ext cx="149118" cy="88802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392962" y="7068382"/>
              <a:ext cx="100809" cy="144022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490982" y="7302943"/>
              <a:ext cx="177719" cy="15434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40096" y="6865297"/>
              <a:ext cx="120905" cy="130231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7107047" y="6248594"/>
              <a:ext cx="440055" cy="461645"/>
            </a:xfrm>
            <a:custGeom>
              <a:avLst/>
              <a:gdLst/>
              <a:ahLst/>
              <a:cxnLst/>
              <a:rect l="l" t="t" r="r" b="b"/>
              <a:pathLst>
                <a:path w="440054" h="461645">
                  <a:moveTo>
                    <a:pt x="0" y="281273"/>
                  </a:moveTo>
                  <a:lnTo>
                    <a:pt x="11544" y="309212"/>
                  </a:lnTo>
                  <a:lnTo>
                    <a:pt x="37054" y="328601"/>
                  </a:lnTo>
                  <a:lnTo>
                    <a:pt x="357646" y="457736"/>
                  </a:lnTo>
                  <a:lnTo>
                    <a:pt x="389473" y="461443"/>
                  </a:lnTo>
                  <a:lnTo>
                    <a:pt x="417162" y="449307"/>
                  </a:lnTo>
                  <a:lnTo>
                    <a:pt x="435586" y="425337"/>
                  </a:lnTo>
                  <a:lnTo>
                    <a:pt x="439622" y="393546"/>
                  </a:lnTo>
                  <a:lnTo>
                    <a:pt x="391142" y="51305"/>
                  </a:lnTo>
                  <a:lnTo>
                    <a:pt x="378437" y="21884"/>
                  </a:lnTo>
                  <a:lnTo>
                    <a:pt x="354081" y="3971"/>
                  </a:lnTo>
                  <a:lnTo>
                    <a:pt x="324111" y="0"/>
                  </a:lnTo>
                  <a:lnTo>
                    <a:pt x="294566" y="12401"/>
                  </a:lnTo>
                  <a:lnTo>
                    <a:pt x="22459" y="225526"/>
                  </a:lnTo>
                  <a:lnTo>
                    <a:pt x="3334" y="251229"/>
                  </a:lnTo>
                  <a:lnTo>
                    <a:pt x="0" y="281273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1990805" y="2369851"/>
            <a:ext cx="4750435" cy="131699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279"/>
              </a:lnSpc>
              <a:spcBef>
                <a:spcPts val="480"/>
              </a:spcBef>
            </a:pPr>
            <a:r>
              <a:rPr dirty="0" sz="3000"/>
              <a:t>Informing</a:t>
            </a:r>
            <a:r>
              <a:rPr dirty="0" sz="3000" spc="114"/>
              <a:t> </a:t>
            </a:r>
            <a:r>
              <a:rPr dirty="0" sz="3000" spc="-10"/>
              <a:t>Balanced </a:t>
            </a:r>
            <a:r>
              <a:rPr dirty="0" sz="3000"/>
              <a:t>Education</a:t>
            </a:r>
            <a:r>
              <a:rPr dirty="0" sz="3000" spc="-170"/>
              <a:t> </a:t>
            </a:r>
            <a:r>
              <a:rPr dirty="0" sz="3000" spc="150"/>
              <a:t>Infrastructure </a:t>
            </a:r>
            <a:r>
              <a:rPr dirty="0" sz="3000" spc="-10"/>
              <a:t>Planning</a:t>
            </a:r>
            <a:endParaRPr sz="3000"/>
          </a:p>
        </p:txBody>
      </p:sp>
      <p:sp>
        <p:nvSpPr>
          <p:cNvPr id="39" name="object 39" descr=""/>
          <p:cNvSpPr txBox="1"/>
          <p:nvPr/>
        </p:nvSpPr>
        <p:spPr>
          <a:xfrm>
            <a:off x="1990805" y="4106243"/>
            <a:ext cx="4711065" cy="32067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7145" marR="76835">
              <a:lnSpc>
                <a:spcPct val="116399"/>
              </a:lnSpc>
              <a:spcBef>
                <a:spcPts val="85"/>
              </a:spcBef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Our</a:t>
            </a:r>
            <a:r>
              <a:rPr dirty="0" sz="16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primary</a:t>
            </a:r>
            <a:r>
              <a:rPr dirty="0" sz="16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objective</a:t>
            </a:r>
            <a:r>
              <a:rPr dirty="0" sz="16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16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6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meticulously </a:t>
            </a:r>
            <a:r>
              <a:rPr dirty="0" sz="1650" spc="70">
                <a:solidFill>
                  <a:srgbClr val="FFFFFF"/>
                </a:solidFill>
                <a:latin typeface="Lucida Sans Unicode"/>
                <a:cs typeface="Lucida Sans Unicode"/>
              </a:rPr>
              <a:t>analyse</a:t>
            </a:r>
            <a:r>
              <a:rPr dirty="0" sz="165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whether</a:t>
            </a:r>
            <a:r>
              <a:rPr dirty="0" sz="1650" spc="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private</a:t>
            </a:r>
            <a:r>
              <a:rPr dirty="0" sz="1650" spc="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sector</a:t>
            </a:r>
            <a:r>
              <a:rPr dirty="0" sz="1650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growth</a:t>
            </a:r>
            <a:r>
              <a:rPr dirty="0" sz="1650" spc="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in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higher </a:t>
            </a:r>
            <a:r>
              <a:rPr dirty="0" sz="1650" spc="50">
                <a:solidFill>
                  <a:srgbClr val="FFFFFF"/>
                </a:solidFill>
                <a:latin typeface="Lucida Sans Unicode"/>
                <a:cs typeface="Lucida Sans Unicode"/>
              </a:rPr>
              <a:t>education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 evenly</a:t>
            </a:r>
            <a:r>
              <a:rPr dirty="0" sz="16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distributed </a:t>
            </a:r>
            <a:r>
              <a:rPr dirty="0" baseline="1683" sz="2475" spc="82">
                <a:solidFill>
                  <a:srgbClr val="FFFFFF"/>
                </a:solidFill>
                <a:latin typeface="Lucida Sans Unicode"/>
                <a:cs typeface="Lucida Sans Unicode"/>
              </a:rPr>
              <a:t>across</a:t>
            </a:r>
            <a:r>
              <a:rPr dirty="0" baseline="1683" sz="2475" spc="-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20">
                <a:solidFill>
                  <a:srgbClr val="FFFFFF"/>
                </a:solidFill>
                <a:latin typeface="Lucida Sans Unicode"/>
                <a:cs typeface="Lucida Sans Unicode"/>
              </a:rPr>
              <a:t>India.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r>
              <a:rPr dirty="0" sz="165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75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 analysis</a:t>
            </a:r>
            <a:r>
              <a:rPr dirty="0" baseline="1683" sz="2475" spc="-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67">
                <a:solidFill>
                  <a:srgbClr val="FFFFFF"/>
                </a:solidFill>
                <a:latin typeface="Lucida Sans Unicode"/>
                <a:cs typeface="Lucida Sans Unicode"/>
              </a:rPr>
              <a:t>will</a:t>
            </a:r>
            <a:r>
              <a:rPr dirty="0" baseline="1683" sz="2475" spc="-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30">
                <a:solidFill>
                  <a:srgbClr val="FFFFFF"/>
                </a:solidFill>
                <a:latin typeface="Lucida Sans Unicode"/>
                <a:cs typeface="Lucida Sans Unicode"/>
              </a:rPr>
              <a:t>furnish</a:t>
            </a:r>
            <a:r>
              <a:rPr dirty="0" baseline="1683" sz="2475" spc="-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critical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insights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support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5">
                <a:solidFill>
                  <a:srgbClr val="FFFFFF"/>
                </a:solidFill>
                <a:latin typeface="Lucida Sans Unicode"/>
                <a:cs typeface="Lucida Sans Unicode"/>
              </a:rPr>
              <a:t>governmental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institutional</a:t>
            </a:r>
            <a:r>
              <a:rPr dirty="0" baseline="1683" sz="2475" spc="-17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decisions.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650">
              <a:latin typeface="Lucida Sans Unicode"/>
              <a:cs typeface="Lucida Sans Unicode"/>
            </a:endParaRPr>
          </a:p>
          <a:p>
            <a:pPr marL="12700" marR="5080">
              <a:lnSpc>
                <a:spcPct val="115700"/>
              </a:lnSpc>
              <a:spcBef>
                <a:spcPts val="2065"/>
              </a:spcBef>
            </a:pPr>
            <a:r>
              <a:rPr dirty="0" baseline="1683" sz="2475" spc="-67">
                <a:solidFill>
                  <a:srgbClr val="FFFFFF"/>
                </a:solidFill>
                <a:latin typeface="Lucida Sans Unicode"/>
                <a:cs typeface="Lucida Sans Unicode"/>
              </a:rPr>
              <a:t>Ultimately,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dirty="0" sz="1650" spc="-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this</a:t>
            </a:r>
            <a:r>
              <a:rPr dirty="0" baseline="1683" sz="2475" spc="-112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04">
                <a:solidFill>
                  <a:srgbClr val="FFFFFF"/>
                </a:solidFill>
                <a:latin typeface="Lucida Sans Unicode"/>
                <a:cs typeface="Lucida Sans Unicode"/>
              </a:rPr>
              <a:t>aims</a:t>
            </a:r>
            <a:r>
              <a:rPr dirty="0" baseline="1683" sz="2475" spc="-1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baseline="1683" sz="2475" spc="-1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foster</a:t>
            </a:r>
            <a:r>
              <a:rPr dirty="0" baseline="1683" sz="2475" spc="-112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75">
                <a:solidFill>
                  <a:srgbClr val="FFFFFF"/>
                </a:solidFill>
                <a:latin typeface="Lucida Sans Unicode"/>
                <a:cs typeface="Lucida Sans Unicode"/>
              </a:rPr>
              <a:t>more</a:t>
            </a:r>
            <a:r>
              <a:rPr dirty="0" baseline="1683" sz="2475" spc="-104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equitable </a:t>
            </a:r>
            <a:r>
              <a:rPr dirty="0" sz="1650" spc="9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>
                <a:solidFill>
                  <a:srgbClr val="FFFFFF"/>
                </a:solidFill>
                <a:latin typeface="Lucida Sans Unicode"/>
                <a:cs typeface="Lucida Sans Unicode"/>
              </a:rPr>
              <a:t>balanced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50">
                <a:solidFill>
                  <a:srgbClr val="FFFFFF"/>
                </a:solidFill>
                <a:latin typeface="Lucida Sans Unicode"/>
                <a:cs typeface="Lucida Sans Unicode"/>
              </a:rPr>
              <a:t>education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infrastructure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planning</a:t>
            </a:r>
            <a:r>
              <a:rPr dirty="0" baseline="1683" sz="2475" spc="6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52">
                <a:solidFill>
                  <a:srgbClr val="FFFFFF"/>
                </a:solidFill>
                <a:latin typeface="Lucida Sans Unicode"/>
                <a:cs typeface="Lucida Sans Unicode"/>
              </a:rPr>
              <a:t>nationwide,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,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ensuring</a:t>
            </a:r>
            <a:r>
              <a:rPr dirty="0" baseline="1683" sz="2475" spc="67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42">
                <a:solidFill>
                  <a:srgbClr val="FFFFFF"/>
                </a:solidFill>
                <a:latin typeface="Lucida Sans Unicode"/>
                <a:cs typeface="Lucida Sans Unicode"/>
              </a:rPr>
              <a:t>access</a:t>
            </a:r>
            <a:r>
              <a:rPr dirty="0" baseline="1683" sz="2475" spc="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04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baseline="1683" sz="2475">
                <a:solidFill>
                  <a:srgbClr val="FFFFFF"/>
                </a:solidFill>
                <a:latin typeface="Lucida Sans Unicode"/>
                <a:cs typeface="Lucida Sans Unicode"/>
              </a:rPr>
              <a:t>quality</a:t>
            </a:r>
            <a:r>
              <a:rPr dirty="0" baseline="1683" sz="2475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104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dirty="0" baseline="1683" sz="2475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baseline="1683" sz="2475" spc="-15">
                <a:solidFill>
                  <a:srgbClr val="FFFFFF"/>
                </a:solidFill>
                <a:latin typeface="Lucida Sans Unicode"/>
                <a:cs typeface="Lucida Sans Unicode"/>
              </a:rPr>
              <a:t>maintained.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26805" y="725069"/>
            <a:ext cx="17034510" cy="8836660"/>
            <a:chOff x="626805" y="725069"/>
            <a:chExt cx="17034510" cy="8836660"/>
          </a:xfrm>
        </p:grpSpPr>
        <p:sp>
          <p:nvSpPr>
            <p:cNvPr id="3" name="object 3" descr=""/>
            <p:cNvSpPr/>
            <p:nvPr/>
          </p:nvSpPr>
          <p:spPr>
            <a:xfrm>
              <a:off x="626805" y="725069"/>
              <a:ext cx="17030700" cy="8836025"/>
            </a:xfrm>
            <a:custGeom>
              <a:avLst/>
              <a:gdLst/>
              <a:ahLst/>
              <a:cxnLst/>
              <a:rect l="l" t="t" r="r" b="b"/>
              <a:pathLst>
                <a:path w="17030700" h="8836025">
                  <a:moveTo>
                    <a:pt x="1905060" y="85725"/>
                  </a:moveTo>
                  <a:lnTo>
                    <a:pt x="1390710" y="85725"/>
                  </a:lnTo>
                  <a:lnTo>
                    <a:pt x="1390710" y="0"/>
                  </a:lnTo>
                  <a:lnTo>
                    <a:pt x="1905060" y="0"/>
                  </a:lnTo>
                  <a:lnTo>
                    <a:pt x="1905060" y="85725"/>
                  </a:lnTo>
                  <a:close/>
                </a:path>
                <a:path w="17030700" h="8836025">
                  <a:moveTo>
                    <a:pt x="2505135" y="85725"/>
                  </a:moveTo>
                  <a:lnTo>
                    <a:pt x="1990785" y="85725"/>
                  </a:lnTo>
                  <a:lnTo>
                    <a:pt x="1990785" y="0"/>
                  </a:lnTo>
                  <a:lnTo>
                    <a:pt x="2505135" y="0"/>
                  </a:lnTo>
                  <a:lnTo>
                    <a:pt x="2505135" y="85725"/>
                  </a:lnTo>
                  <a:close/>
                </a:path>
                <a:path w="17030700" h="8836025">
                  <a:moveTo>
                    <a:pt x="3105210" y="85725"/>
                  </a:moveTo>
                  <a:lnTo>
                    <a:pt x="2590860" y="85725"/>
                  </a:lnTo>
                  <a:lnTo>
                    <a:pt x="2590860" y="0"/>
                  </a:lnTo>
                  <a:lnTo>
                    <a:pt x="3105210" y="0"/>
                  </a:lnTo>
                  <a:lnTo>
                    <a:pt x="3105210" y="85725"/>
                  </a:lnTo>
                  <a:close/>
                </a:path>
                <a:path w="17030700" h="8836025">
                  <a:moveTo>
                    <a:pt x="3705285" y="85725"/>
                  </a:moveTo>
                  <a:lnTo>
                    <a:pt x="3190935" y="85725"/>
                  </a:lnTo>
                  <a:lnTo>
                    <a:pt x="3190935" y="0"/>
                  </a:lnTo>
                  <a:lnTo>
                    <a:pt x="3705285" y="0"/>
                  </a:lnTo>
                  <a:lnTo>
                    <a:pt x="3705285" y="85725"/>
                  </a:lnTo>
                  <a:close/>
                </a:path>
                <a:path w="17030700" h="8836025">
                  <a:moveTo>
                    <a:pt x="4305360" y="85725"/>
                  </a:moveTo>
                  <a:lnTo>
                    <a:pt x="3791010" y="85725"/>
                  </a:lnTo>
                  <a:lnTo>
                    <a:pt x="3791010" y="0"/>
                  </a:lnTo>
                  <a:lnTo>
                    <a:pt x="4305360" y="0"/>
                  </a:lnTo>
                  <a:lnTo>
                    <a:pt x="4305360" y="85725"/>
                  </a:lnTo>
                  <a:close/>
                </a:path>
                <a:path w="17030700" h="8836025">
                  <a:moveTo>
                    <a:pt x="4905435" y="85725"/>
                  </a:moveTo>
                  <a:lnTo>
                    <a:pt x="4391085" y="85725"/>
                  </a:lnTo>
                  <a:lnTo>
                    <a:pt x="4391085" y="0"/>
                  </a:lnTo>
                  <a:lnTo>
                    <a:pt x="4905435" y="0"/>
                  </a:lnTo>
                  <a:lnTo>
                    <a:pt x="4905435" y="85725"/>
                  </a:lnTo>
                  <a:close/>
                </a:path>
                <a:path w="17030700" h="8836025">
                  <a:moveTo>
                    <a:pt x="5505510" y="85725"/>
                  </a:moveTo>
                  <a:lnTo>
                    <a:pt x="4991160" y="85725"/>
                  </a:lnTo>
                  <a:lnTo>
                    <a:pt x="4991160" y="0"/>
                  </a:lnTo>
                  <a:lnTo>
                    <a:pt x="5505510" y="0"/>
                  </a:lnTo>
                  <a:lnTo>
                    <a:pt x="5505510" y="85725"/>
                  </a:lnTo>
                  <a:close/>
                </a:path>
                <a:path w="17030700" h="8836025">
                  <a:moveTo>
                    <a:pt x="6105585" y="85725"/>
                  </a:moveTo>
                  <a:lnTo>
                    <a:pt x="5591235" y="85725"/>
                  </a:lnTo>
                  <a:lnTo>
                    <a:pt x="5591235" y="0"/>
                  </a:lnTo>
                  <a:lnTo>
                    <a:pt x="6105585" y="0"/>
                  </a:lnTo>
                  <a:lnTo>
                    <a:pt x="6105585" y="85725"/>
                  </a:lnTo>
                  <a:close/>
                </a:path>
                <a:path w="17030700" h="8836025">
                  <a:moveTo>
                    <a:pt x="6705660" y="85725"/>
                  </a:moveTo>
                  <a:lnTo>
                    <a:pt x="6191310" y="85725"/>
                  </a:lnTo>
                  <a:lnTo>
                    <a:pt x="6191310" y="0"/>
                  </a:lnTo>
                  <a:lnTo>
                    <a:pt x="6705660" y="0"/>
                  </a:lnTo>
                  <a:lnTo>
                    <a:pt x="6705660" y="85725"/>
                  </a:lnTo>
                  <a:close/>
                </a:path>
                <a:path w="17030700" h="8836025">
                  <a:moveTo>
                    <a:pt x="7305736" y="85725"/>
                  </a:moveTo>
                  <a:lnTo>
                    <a:pt x="6791385" y="85725"/>
                  </a:lnTo>
                  <a:lnTo>
                    <a:pt x="6791385" y="0"/>
                  </a:lnTo>
                  <a:lnTo>
                    <a:pt x="7305736" y="0"/>
                  </a:lnTo>
                  <a:lnTo>
                    <a:pt x="7305736" y="85725"/>
                  </a:lnTo>
                  <a:close/>
                </a:path>
                <a:path w="17030700" h="8836025">
                  <a:moveTo>
                    <a:pt x="7905811" y="85725"/>
                  </a:moveTo>
                  <a:lnTo>
                    <a:pt x="7391461" y="85725"/>
                  </a:lnTo>
                  <a:lnTo>
                    <a:pt x="7391461" y="0"/>
                  </a:lnTo>
                  <a:lnTo>
                    <a:pt x="7905811" y="0"/>
                  </a:lnTo>
                  <a:lnTo>
                    <a:pt x="7905811" y="85725"/>
                  </a:lnTo>
                  <a:close/>
                </a:path>
                <a:path w="17030700" h="8836025">
                  <a:moveTo>
                    <a:pt x="8505886" y="85725"/>
                  </a:moveTo>
                  <a:lnTo>
                    <a:pt x="7991536" y="85725"/>
                  </a:lnTo>
                  <a:lnTo>
                    <a:pt x="7991536" y="0"/>
                  </a:lnTo>
                  <a:lnTo>
                    <a:pt x="8505886" y="0"/>
                  </a:lnTo>
                  <a:lnTo>
                    <a:pt x="8505886" y="85725"/>
                  </a:lnTo>
                  <a:close/>
                </a:path>
                <a:path w="17030700" h="8836025">
                  <a:moveTo>
                    <a:pt x="9105961" y="85725"/>
                  </a:moveTo>
                  <a:lnTo>
                    <a:pt x="8591611" y="85725"/>
                  </a:lnTo>
                  <a:lnTo>
                    <a:pt x="8591611" y="0"/>
                  </a:lnTo>
                  <a:lnTo>
                    <a:pt x="9105961" y="0"/>
                  </a:lnTo>
                  <a:lnTo>
                    <a:pt x="9105961" y="85725"/>
                  </a:lnTo>
                  <a:close/>
                </a:path>
                <a:path w="17030700" h="8836025">
                  <a:moveTo>
                    <a:pt x="9706045" y="85725"/>
                  </a:moveTo>
                  <a:lnTo>
                    <a:pt x="9191686" y="85725"/>
                  </a:lnTo>
                  <a:lnTo>
                    <a:pt x="9191686" y="0"/>
                  </a:lnTo>
                  <a:lnTo>
                    <a:pt x="9706045" y="0"/>
                  </a:lnTo>
                  <a:lnTo>
                    <a:pt x="9706045" y="85725"/>
                  </a:lnTo>
                  <a:close/>
                </a:path>
                <a:path w="17030700" h="8836025">
                  <a:moveTo>
                    <a:pt x="10306120" y="85725"/>
                  </a:moveTo>
                  <a:lnTo>
                    <a:pt x="9791770" y="85725"/>
                  </a:lnTo>
                  <a:lnTo>
                    <a:pt x="9791770" y="0"/>
                  </a:lnTo>
                  <a:lnTo>
                    <a:pt x="10306120" y="0"/>
                  </a:lnTo>
                  <a:lnTo>
                    <a:pt x="10306120" y="85725"/>
                  </a:lnTo>
                  <a:close/>
                </a:path>
                <a:path w="17030700" h="8836025">
                  <a:moveTo>
                    <a:pt x="10906195" y="85725"/>
                  </a:moveTo>
                  <a:lnTo>
                    <a:pt x="10391845" y="85725"/>
                  </a:lnTo>
                  <a:lnTo>
                    <a:pt x="10391845" y="0"/>
                  </a:lnTo>
                  <a:lnTo>
                    <a:pt x="10906195" y="0"/>
                  </a:lnTo>
                  <a:lnTo>
                    <a:pt x="10906195" y="85725"/>
                  </a:lnTo>
                  <a:close/>
                </a:path>
                <a:path w="17030700" h="8836025">
                  <a:moveTo>
                    <a:pt x="11506270" y="85725"/>
                  </a:moveTo>
                  <a:lnTo>
                    <a:pt x="10991920" y="85725"/>
                  </a:lnTo>
                  <a:lnTo>
                    <a:pt x="10991920" y="0"/>
                  </a:lnTo>
                  <a:lnTo>
                    <a:pt x="11506270" y="0"/>
                  </a:lnTo>
                  <a:lnTo>
                    <a:pt x="11506270" y="85725"/>
                  </a:lnTo>
                  <a:close/>
                </a:path>
                <a:path w="17030700" h="8836025">
                  <a:moveTo>
                    <a:pt x="12106345" y="85725"/>
                  </a:moveTo>
                  <a:lnTo>
                    <a:pt x="11591995" y="85725"/>
                  </a:lnTo>
                  <a:lnTo>
                    <a:pt x="11591995" y="0"/>
                  </a:lnTo>
                  <a:lnTo>
                    <a:pt x="12106345" y="0"/>
                  </a:lnTo>
                  <a:lnTo>
                    <a:pt x="12106345" y="85725"/>
                  </a:lnTo>
                  <a:close/>
                </a:path>
                <a:path w="17030700" h="8836025">
                  <a:moveTo>
                    <a:pt x="12706420" y="85725"/>
                  </a:moveTo>
                  <a:lnTo>
                    <a:pt x="12192070" y="85725"/>
                  </a:lnTo>
                  <a:lnTo>
                    <a:pt x="12192070" y="0"/>
                  </a:lnTo>
                  <a:lnTo>
                    <a:pt x="12706420" y="0"/>
                  </a:lnTo>
                  <a:lnTo>
                    <a:pt x="12706420" y="85725"/>
                  </a:lnTo>
                  <a:close/>
                </a:path>
                <a:path w="17030700" h="8836025">
                  <a:moveTo>
                    <a:pt x="13306495" y="85725"/>
                  </a:moveTo>
                  <a:lnTo>
                    <a:pt x="12792145" y="85725"/>
                  </a:lnTo>
                  <a:lnTo>
                    <a:pt x="12792145" y="0"/>
                  </a:lnTo>
                  <a:lnTo>
                    <a:pt x="13306495" y="0"/>
                  </a:lnTo>
                  <a:lnTo>
                    <a:pt x="13306495" y="85725"/>
                  </a:lnTo>
                  <a:close/>
                </a:path>
                <a:path w="17030700" h="8836025">
                  <a:moveTo>
                    <a:pt x="13906570" y="85725"/>
                  </a:moveTo>
                  <a:lnTo>
                    <a:pt x="13392220" y="85725"/>
                  </a:lnTo>
                  <a:lnTo>
                    <a:pt x="13392220" y="0"/>
                  </a:lnTo>
                  <a:lnTo>
                    <a:pt x="13906570" y="0"/>
                  </a:lnTo>
                  <a:lnTo>
                    <a:pt x="13906570" y="85725"/>
                  </a:lnTo>
                  <a:close/>
                </a:path>
                <a:path w="17030700" h="8836025">
                  <a:moveTo>
                    <a:pt x="14506645" y="85725"/>
                  </a:moveTo>
                  <a:lnTo>
                    <a:pt x="13992295" y="85725"/>
                  </a:lnTo>
                  <a:lnTo>
                    <a:pt x="13992295" y="0"/>
                  </a:lnTo>
                  <a:lnTo>
                    <a:pt x="14506645" y="0"/>
                  </a:lnTo>
                  <a:lnTo>
                    <a:pt x="14506645" y="85725"/>
                  </a:lnTo>
                  <a:close/>
                </a:path>
                <a:path w="17030700" h="8836025">
                  <a:moveTo>
                    <a:pt x="15106721" y="85725"/>
                  </a:moveTo>
                  <a:lnTo>
                    <a:pt x="14592370" y="85725"/>
                  </a:lnTo>
                  <a:lnTo>
                    <a:pt x="14592370" y="0"/>
                  </a:lnTo>
                  <a:lnTo>
                    <a:pt x="15106721" y="0"/>
                  </a:lnTo>
                  <a:lnTo>
                    <a:pt x="15106721" y="85725"/>
                  </a:lnTo>
                  <a:close/>
                </a:path>
                <a:path w="17030700" h="8836025">
                  <a:moveTo>
                    <a:pt x="15706796" y="85725"/>
                  </a:moveTo>
                  <a:lnTo>
                    <a:pt x="15192446" y="85725"/>
                  </a:lnTo>
                  <a:lnTo>
                    <a:pt x="15192446" y="0"/>
                  </a:lnTo>
                  <a:lnTo>
                    <a:pt x="15706796" y="0"/>
                  </a:lnTo>
                  <a:lnTo>
                    <a:pt x="15706796" y="85725"/>
                  </a:lnTo>
                  <a:close/>
                </a:path>
                <a:path w="17030700" h="8836025">
                  <a:moveTo>
                    <a:pt x="16300203" y="87956"/>
                  </a:moveTo>
                  <a:lnTo>
                    <a:pt x="16286112" y="86980"/>
                  </a:lnTo>
                  <a:lnTo>
                    <a:pt x="16271985" y="86282"/>
                  </a:lnTo>
                  <a:lnTo>
                    <a:pt x="16257823" y="85864"/>
                  </a:lnTo>
                  <a:lnTo>
                    <a:pt x="16243625" y="85725"/>
                  </a:lnTo>
                  <a:lnTo>
                    <a:pt x="15792521" y="85725"/>
                  </a:lnTo>
                  <a:lnTo>
                    <a:pt x="15792521" y="0"/>
                  </a:lnTo>
                  <a:lnTo>
                    <a:pt x="16243630" y="0"/>
                  </a:lnTo>
                  <a:lnTo>
                    <a:pt x="16291790" y="1442"/>
                  </a:lnTo>
                  <a:lnTo>
                    <a:pt x="16306941" y="2808"/>
                  </a:lnTo>
                  <a:lnTo>
                    <a:pt x="16300380" y="85725"/>
                  </a:lnTo>
                  <a:lnTo>
                    <a:pt x="16300280" y="86980"/>
                  </a:lnTo>
                  <a:lnTo>
                    <a:pt x="16300203" y="87956"/>
                  </a:lnTo>
                  <a:close/>
                </a:path>
                <a:path w="17030700" h="8836025">
                  <a:moveTo>
                    <a:pt x="16768357" y="319964"/>
                  </a:moveTo>
                  <a:lnTo>
                    <a:pt x="16732017" y="282130"/>
                  </a:lnTo>
                  <a:lnTo>
                    <a:pt x="16693863" y="247592"/>
                  </a:lnTo>
                  <a:lnTo>
                    <a:pt x="16653895" y="216349"/>
                  </a:lnTo>
                  <a:lnTo>
                    <a:pt x="16612110" y="188401"/>
                  </a:lnTo>
                  <a:lnTo>
                    <a:pt x="16568510" y="163749"/>
                  </a:lnTo>
                  <a:lnTo>
                    <a:pt x="16523092" y="142392"/>
                  </a:lnTo>
                  <a:lnTo>
                    <a:pt x="16475856" y="124331"/>
                  </a:lnTo>
                  <a:lnTo>
                    <a:pt x="16426801" y="109565"/>
                  </a:lnTo>
                  <a:lnTo>
                    <a:pt x="16375927" y="98095"/>
                  </a:lnTo>
                  <a:lnTo>
                    <a:pt x="16391850" y="14034"/>
                  </a:lnTo>
                  <a:lnTo>
                    <a:pt x="16431360" y="22423"/>
                  </a:lnTo>
                  <a:lnTo>
                    <a:pt x="16475970" y="34691"/>
                  </a:lnTo>
                  <a:lnTo>
                    <a:pt x="16519487" y="49459"/>
                  </a:lnTo>
                  <a:lnTo>
                    <a:pt x="16561827" y="66644"/>
                  </a:lnTo>
                  <a:lnTo>
                    <a:pt x="16602908" y="86163"/>
                  </a:lnTo>
                  <a:lnTo>
                    <a:pt x="16642646" y="107934"/>
                  </a:lnTo>
                  <a:lnTo>
                    <a:pt x="16680960" y="131874"/>
                  </a:lnTo>
                  <a:lnTo>
                    <a:pt x="16717767" y="157900"/>
                  </a:lnTo>
                  <a:lnTo>
                    <a:pt x="16752983" y="185930"/>
                  </a:lnTo>
                  <a:lnTo>
                    <a:pt x="16786526" y="215880"/>
                  </a:lnTo>
                  <a:lnTo>
                    <a:pt x="16818238" y="247592"/>
                  </a:lnTo>
                  <a:lnTo>
                    <a:pt x="16831933" y="262922"/>
                  </a:lnTo>
                  <a:lnTo>
                    <a:pt x="16768357" y="319964"/>
                  </a:lnTo>
                  <a:close/>
                </a:path>
                <a:path w="17030700" h="8836025">
                  <a:moveTo>
                    <a:pt x="17030700" y="813151"/>
                  </a:moveTo>
                  <a:lnTo>
                    <a:pt x="16948475" y="813151"/>
                  </a:lnTo>
                  <a:lnTo>
                    <a:pt x="16948475" y="790562"/>
                  </a:lnTo>
                  <a:lnTo>
                    <a:pt x="16946845" y="740614"/>
                  </a:lnTo>
                  <a:lnTo>
                    <a:pt x="16941954" y="691738"/>
                  </a:lnTo>
                  <a:lnTo>
                    <a:pt x="16933803" y="643933"/>
                  </a:lnTo>
                  <a:lnTo>
                    <a:pt x="16922389" y="597201"/>
                  </a:lnTo>
                  <a:lnTo>
                    <a:pt x="16907712" y="551540"/>
                  </a:lnTo>
                  <a:lnTo>
                    <a:pt x="16889772" y="506951"/>
                  </a:lnTo>
                  <a:lnTo>
                    <a:pt x="16868568" y="463435"/>
                  </a:lnTo>
                  <a:lnTo>
                    <a:pt x="16844098" y="420990"/>
                  </a:lnTo>
                  <a:lnTo>
                    <a:pt x="16816363" y="379617"/>
                  </a:lnTo>
                  <a:lnTo>
                    <a:pt x="16885708" y="329744"/>
                  </a:lnTo>
                  <a:lnTo>
                    <a:pt x="16926258" y="391550"/>
                  </a:lnTo>
                  <a:lnTo>
                    <a:pt x="16948029" y="431288"/>
                  </a:lnTo>
                  <a:lnTo>
                    <a:pt x="16967547" y="472369"/>
                  </a:lnTo>
                  <a:lnTo>
                    <a:pt x="16984732" y="514709"/>
                  </a:lnTo>
                  <a:lnTo>
                    <a:pt x="16999500" y="558225"/>
                  </a:lnTo>
                  <a:lnTo>
                    <a:pt x="17011768" y="602836"/>
                  </a:lnTo>
                  <a:lnTo>
                    <a:pt x="17021454" y="648457"/>
                  </a:lnTo>
                  <a:lnTo>
                    <a:pt x="17028474" y="695007"/>
                  </a:lnTo>
                  <a:lnTo>
                    <a:pt x="17030700" y="719696"/>
                  </a:lnTo>
                  <a:lnTo>
                    <a:pt x="17030700" y="813151"/>
                  </a:lnTo>
                  <a:close/>
                </a:path>
                <a:path w="17030700" h="8836025">
                  <a:moveTo>
                    <a:pt x="17030700" y="1413224"/>
                  </a:moveTo>
                  <a:lnTo>
                    <a:pt x="16948475" y="1413224"/>
                  </a:lnTo>
                  <a:lnTo>
                    <a:pt x="16948475" y="898876"/>
                  </a:lnTo>
                  <a:lnTo>
                    <a:pt x="17030700" y="898876"/>
                  </a:lnTo>
                  <a:lnTo>
                    <a:pt x="17030700" y="1413224"/>
                  </a:lnTo>
                  <a:close/>
                </a:path>
                <a:path w="17030700" h="8836025">
                  <a:moveTo>
                    <a:pt x="17030700" y="2013299"/>
                  </a:moveTo>
                  <a:lnTo>
                    <a:pt x="16948475" y="2013299"/>
                  </a:lnTo>
                  <a:lnTo>
                    <a:pt x="16948475" y="1498949"/>
                  </a:lnTo>
                  <a:lnTo>
                    <a:pt x="17030700" y="1498949"/>
                  </a:lnTo>
                  <a:lnTo>
                    <a:pt x="17030700" y="2013299"/>
                  </a:lnTo>
                  <a:close/>
                </a:path>
                <a:path w="17030700" h="8836025">
                  <a:moveTo>
                    <a:pt x="17030700" y="2613374"/>
                  </a:moveTo>
                  <a:lnTo>
                    <a:pt x="16948475" y="2613374"/>
                  </a:lnTo>
                  <a:lnTo>
                    <a:pt x="16948475" y="2099024"/>
                  </a:lnTo>
                  <a:lnTo>
                    <a:pt x="17030700" y="2099024"/>
                  </a:lnTo>
                  <a:lnTo>
                    <a:pt x="17030700" y="2613374"/>
                  </a:lnTo>
                  <a:close/>
                </a:path>
                <a:path w="17030700" h="8836025">
                  <a:moveTo>
                    <a:pt x="17030700" y="3213449"/>
                  </a:moveTo>
                  <a:lnTo>
                    <a:pt x="16948475" y="3213449"/>
                  </a:lnTo>
                  <a:lnTo>
                    <a:pt x="16948475" y="2699099"/>
                  </a:lnTo>
                  <a:lnTo>
                    <a:pt x="17030700" y="2699099"/>
                  </a:lnTo>
                  <a:lnTo>
                    <a:pt x="17030700" y="3213449"/>
                  </a:lnTo>
                  <a:close/>
                </a:path>
                <a:path w="17030700" h="8836025">
                  <a:moveTo>
                    <a:pt x="17030700" y="3813524"/>
                  </a:moveTo>
                  <a:lnTo>
                    <a:pt x="16948475" y="3813524"/>
                  </a:lnTo>
                  <a:lnTo>
                    <a:pt x="16948475" y="3299174"/>
                  </a:lnTo>
                  <a:lnTo>
                    <a:pt x="17030700" y="3299174"/>
                  </a:lnTo>
                  <a:lnTo>
                    <a:pt x="17030700" y="3813524"/>
                  </a:lnTo>
                  <a:close/>
                </a:path>
                <a:path w="17030700" h="8836025">
                  <a:moveTo>
                    <a:pt x="17030700" y="4413599"/>
                  </a:moveTo>
                  <a:lnTo>
                    <a:pt x="16948475" y="4413599"/>
                  </a:lnTo>
                  <a:lnTo>
                    <a:pt x="16948475" y="3899249"/>
                  </a:lnTo>
                  <a:lnTo>
                    <a:pt x="17030700" y="3899249"/>
                  </a:lnTo>
                  <a:lnTo>
                    <a:pt x="17030700" y="4413599"/>
                  </a:lnTo>
                  <a:close/>
                </a:path>
                <a:path w="17030700" h="8836025">
                  <a:moveTo>
                    <a:pt x="17030700" y="5013674"/>
                  </a:moveTo>
                  <a:lnTo>
                    <a:pt x="16948475" y="5013674"/>
                  </a:lnTo>
                  <a:lnTo>
                    <a:pt x="16948475" y="4499324"/>
                  </a:lnTo>
                  <a:lnTo>
                    <a:pt x="17030700" y="4499324"/>
                  </a:lnTo>
                  <a:lnTo>
                    <a:pt x="17030700" y="5013674"/>
                  </a:lnTo>
                  <a:close/>
                </a:path>
                <a:path w="17030700" h="8836025">
                  <a:moveTo>
                    <a:pt x="17030700" y="5613749"/>
                  </a:moveTo>
                  <a:lnTo>
                    <a:pt x="16948475" y="5613749"/>
                  </a:lnTo>
                  <a:lnTo>
                    <a:pt x="16948475" y="5099399"/>
                  </a:lnTo>
                  <a:lnTo>
                    <a:pt x="17030700" y="5099399"/>
                  </a:lnTo>
                  <a:lnTo>
                    <a:pt x="17030700" y="5613749"/>
                  </a:lnTo>
                  <a:close/>
                </a:path>
                <a:path w="17030700" h="8836025">
                  <a:moveTo>
                    <a:pt x="17030700" y="6213824"/>
                  </a:moveTo>
                  <a:lnTo>
                    <a:pt x="16948475" y="6213824"/>
                  </a:lnTo>
                  <a:lnTo>
                    <a:pt x="16948475" y="5699474"/>
                  </a:lnTo>
                  <a:lnTo>
                    <a:pt x="17030700" y="5699474"/>
                  </a:lnTo>
                  <a:lnTo>
                    <a:pt x="17030700" y="6213824"/>
                  </a:lnTo>
                  <a:close/>
                </a:path>
                <a:path w="17030700" h="8836025">
                  <a:moveTo>
                    <a:pt x="17030700" y="6813899"/>
                  </a:moveTo>
                  <a:lnTo>
                    <a:pt x="16948475" y="6813899"/>
                  </a:lnTo>
                  <a:lnTo>
                    <a:pt x="16948475" y="6299549"/>
                  </a:lnTo>
                  <a:lnTo>
                    <a:pt x="17030700" y="6299549"/>
                  </a:lnTo>
                  <a:lnTo>
                    <a:pt x="17030700" y="6813899"/>
                  </a:lnTo>
                  <a:close/>
                </a:path>
                <a:path w="17030700" h="8836025">
                  <a:moveTo>
                    <a:pt x="17030700" y="7413974"/>
                  </a:moveTo>
                  <a:lnTo>
                    <a:pt x="16948475" y="7413974"/>
                  </a:lnTo>
                  <a:lnTo>
                    <a:pt x="16948475" y="6899624"/>
                  </a:lnTo>
                  <a:lnTo>
                    <a:pt x="17030700" y="6899624"/>
                  </a:lnTo>
                  <a:lnTo>
                    <a:pt x="17030700" y="7413974"/>
                  </a:lnTo>
                  <a:close/>
                </a:path>
                <a:path w="17030700" h="8836025">
                  <a:moveTo>
                    <a:pt x="17030700" y="8014049"/>
                  </a:moveTo>
                  <a:lnTo>
                    <a:pt x="16948475" y="8014049"/>
                  </a:lnTo>
                  <a:lnTo>
                    <a:pt x="16948475" y="7499699"/>
                  </a:lnTo>
                  <a:lnTo>
                    <a:pt x="17030700" y="7499699"/>
                  </a:lnTo>
                  <a:lnTo>
                    <a:pt x="17030700" y="8014049"/>
                  </a:lnTo>
                  <a:close/>
                </a:path>
                <a:path w="17030700" h="8836025">
                  <a:moveTo>
                    <a:pt x="16837737" y="8566509"/>
                  </a:moveTo>
                  <a:lnTo>
                    <a:pt x="16773500" y="8510130"/>
                  </a:lnTo>
                  <a:lnTo>
                    <a:pt x="16806683" y="8469643"/>
                  </a:lnTo>
                  <a:lnTo>
                    <a:pt x="16836382" y="8427722"/>
                  </a:lnTo>
                  <a:lnTo>
                    <a:pt x="16862598" y="8384366"/>
                  </a:lnTo>
                  <a:lnTo>
                    <a:pt x="16885334" y="8339576"/>
                  </a:lnTo>
                  <a:lnTo>
                    <a:pt x="16904590" y="8293352"/>
                  </a:lnTo>
                  <a:lnTo>
                    <a:pt x="16920369" y="8245694"/>
                  </a:lnTo>
                  <a:lnTo>
                    <a:pt x="16932672" y="8196602"/>
                  </a:lnTo>
                  <a:lnTo>
                    <a:pt x="16941500" y="8146076"/>
                  </a:lnTo>
                  <a:lnTo>
                    <a:pt x="16946855" y="8094116"/>
                  </a:lnTo>
                  <a:lnTo>
                    <a:pt x="17030700" y="8099834"/>
                  </a:lnTo>
                  <a:lnTo>
                    <a:pt x="17030700" y="8116234"/>
                  </a:lnTo>
                  <a:lnTo>
                    <a:pt x="17028474" y="8140923"/>
                  </a:lnTo>
                  <a:lnTo>
                    <a:pt x="17021454" y="8187474"/>
                  </a:lnTo>
                  <a:lnTo>
                    <a:pt x="17011768" y="8233096"/>
                  </a:lnTo>
                  <a:lnTo>
                    <a:pt x="16999500" y="8277707"/>
                  </a:lnTo>
                  <a:lnTo>
                    <a:pt x="16984732" y="8321223"/>
                  </a:lnTo>
                  <a:lnTo>
                    <a:pt x="16967547" y="8363563"/>
                  </a:lnTo>
                  <a:lnTo>
                    <a:pt x="16948029" y="8404644"/>
                  </a:lnTo>
                  <a:lnTo>
                    <a:pt x="16926258" y="8444382"/>
                  </a:lnTo>
                  <a:lnTo>
                    <a:pt x="16902319" y="8482696"/>
                  </a:lnTo>
                  <a:lnTo>
                    <a:pt x="16876293" y="8519503"/>
                  </a:lnTo>
                  <a:lnTo>
                    <a:pt x="16848264" y="8554719"/>
                  </a:lnTo>
                  <a:lnTo>
                    <a:pt x="16837737" y="8566509"/>
                  </a:lnTo>
                  <a:close/>
                </a:path>
                <a:path w="17030700" h="8836025">
                  <a:moveTo>
                    <a:pt x="16315601" y="8832337"/>
                  </a:moveTo>
                  <a:lnTo>
                    <a:pt x="16307918" y="8747312"/>
                  </a:lnTo>
                  <a:lnTo>
                    <a:pt x="16359716" y="8740843"/>
                  </a:lnTo>
                  <a:lnTo>
                    <a:pt x="16410017" y="8730922"/>
                  </a:lnTo>
                  <a:lnTo>
                    <a:pt x="16458819" y="8717549"/>
                  </a:lnTo>
                  <a:lnTo>
                    <a:pt x="16506120" y="8700724"/>
                  </a:lnTo>
                  <a:lnTo>
                    <a:pt x="16551920" y="8680447"/>
                  </a:lnTo>
                  <a:lnTo>
                    <a:pt x="16596215" y="8656718"/>
                  </a:lnTo>
                  <a:lnTo>
                    <a:pt x="16639006" y="8629536"/>
                  </a:lnTo>
                  <a:lnTo>
                    <a:pt x="16680290" y="8598901"/>
                  </a:lnTo>
                  <a:lnTo>
                    <a:pt x="16720065" y="8564813"/>
                  </a:lnTo>
                  <a:lnTo>
                    <a:pt x="16777857" y="8627791"/>
                  </a:lnTo>
                  <a:lnTo>
                    <a:pt x="16717767" y="8678029"/>
                  </a:lnTo>
                  <a:lnTo>
                    <a:pt x="16680960" y="8704055"/>
                  </a:lnTo>
                  <a:lnTo>
                    <a:pt x="16642646" y="8727994"/>
                  </a:lnTo>
                  <a:lnTo>
                    <a:pt x="16602908" y="8749765"/>
                  </a:lnTo>
                  <a:lnTo>
                    <a:pt x="16561827" y="8769284"/>
                  </a:lnTo>
                  <a:lnTo>
                    <a:pt x="16519487" y="8786468"/>
                  </a:lnTo>
                  <a:lnTo>
                    <a:pt x="16475970" y="8801236"/>
                  </a:lnTo>
                  <a:lnTo>
                    <a:pt x="16431360" y="8813504"/>
                  </a:lnTo>
                  <a:lnTo>
                    <a:pt x="16385738" y="8823190"/>
                  </a:lnTo>
                  <a:lnTo>
                    <a:pt x="16339187" y="8830210"/>
                  </a:lnTo>
                  <a:lnTo>
                    <a:pt x="16315601" y="8832337"/>
                  </a:lnTo>
                  <a:close/>
                </a:path>
                <a:path w="17030700" h="8836025">
                  <a:moveTo>
                    <a:pt x="16229813" y="8835926"/>
                  </a:moveTo>
                  <a:lnTo>
                    <a:pt x="15715463" y="8835926"/>
                  </a:lnTo>
                  <a:lnTo>
                    <a:pt x="15715463" y="8750198"/>
                  </a:lnTo>
                  <a:lnTo>
                    <a:pt x="16229813" y="8750198"/>
                  </a:lnTo>
                  <a:lnTo>
                    <a:pt x="16229813" y="8835926"/>
                  </a:lnTo>
                  <a:close/>
                </a:path>
                <a:path w="17030700" h="8836025">
                  <a:moveTo>
                    <a:pt x="15629738" y="8835926"/>
                  </a:moveTo>
                  <a:lnTo>
                    <a:pt x="15115388" y="8835926"/>
                  </a:lnTo>
                  <a:lnTo>
                    <a:pt x="15115388" y="8750198"/>
                  </a:lnTo>
                  <a:lnTo>
                    <a:pt x="15629738" y="8750198"/>
                  </a:lnTo>
                  <a:lnTo>
                    <a:pt x="15629738" y="8835926"/>
                  </a:lnTo>
                  <a:close/>
                </a:path>
                <a:path w="17030700" h="8836025">
                  <a:moveTo>
                    <a:pt x="15029663" y="8835926"/>
                  </a:moveTo>
                  <a:lnTo>
                    <a:pt x="14515313" y="8835926"/>
                  </a:lnTo>
                  <a:lnTo>
                    <a:pt x="14515313" y="8750198"/>
                  </a:lnTo>
                  <a:lnTo>
                    <a:pt x="15029663" y="8750198"/>
                  </a:lnTo>
                  <a:lnTo>
                    <a:pt x="15029663" y="8835926"/>
                  </a:lnTo>
                  <a:close/>
                </a:path>
                <a:path w="17030700" h="8836025">
                  <a:moveTo>
                    <a:pt x="14429588" y="8835926"/>
                  </a:moveTo>
                  <a:lnTo>
                    <a:pt x="13915238" y="8835926"/>
                  </a:lnTo>
                  <a:lnTo>
                    <a:pt x="13915238" y="8750198"/>
                  </a:lnTo>
                  <a:lnTo>
                    <a:pt x="14429588" y="8750198"/>
                  </a:lnTo>
                  <a:lnTo>
                    <a:pt x="14429588" y="8835926"/>
                  </a:lnTo>
                  <a:close/>
                </a:path>
                <a:path w="17030700" h="8836025">
                  <a:moveTo>
                    <a:pt x="13829513" y="8835926"/>
                  </a:moveTo>
                  <a:lnTo>
                    <a:pt x="13315163" y="8835926"/>
                  </a:lnTo>
                  <a:lnTo>
                    <a:pt x="13315163" y="8750198"/>
                  </a:lnTo>
                  <a:lnTo>
                    <a:pt x="13829513" y="8750198"/>
                  </a:lnTo>
                  <a:lnTo>
                    <a:pt x="13829513" y="8835926"/>
                  </a:lnTo>
                  <a:close/>
                </a:path>
                <a:path w="17030700" h="8836025">
                  <a:moveTo>
                    <a:pt x="13229438" y="8835926"/>
                  </a:moveTo>
                  <a:lnTo>
                    <a:pt x="12715088" y="8835926"/>
                  </a:lnTo>
                  <a:lnTo>
                    <a:pt x="12715088" y="8750198"/>
                  </a:lnTo>
                  <a:lnTo>
                    <a:pt x="13229438" y="8750198"/>
                  </a:lnTo>
                  <a:lnTo>
                    <a:pt x="13229438" y="8835926"/>
                  </a:lnTo>
                  <a:close/>
                </a:path>
                <a:path w="17030700" h="8836025">
                  <a:moveTo>
                    <a:pt x="12629363" y="8835926"/>
                  </a:moveTo>
                  <a:lnTo>
                    <a:pt x="12115013" y="8835926"/>
                  </a:lnTo>
                  <a:lnTo>
                    <a:pt x="12115013" y="8750198"/>
                  </a:lnTo>
                  <a:lnTo>
                    <a:pt x="12629363" y="8750198"/>
                  </a:lnTo>
                  <a:lnTo>
                    <a:pt x="12629363" y="8835926"/>
                  </a:lnTo>
                  <a:close/>
                </a:path>
                <a:path w="17030700" h="8836025">
                  <a:moveTo>
                    <a:pt x="12029288" y="8835926"/>
                  </a:moveTo>
                  <a:lnTo>
                    <a:pt x="11514938" y="8835926"/>
                  </a:lnTo>
                  <a:lnTo>
                    <a:pt x="11514938" y="8750198"/>
                  </a:lnTo>
                  <a:lnTo>
                    <a:pt x="12029288" y="8750198"/>
                  </a:lnTo>
                  <a:lnTo>
                    <a:pt x="12029288" y="8835926"/>
                  </a:lnTo>
                  <a:close/>
                </a:path>
                <a:path w="17030700" h="8836025">
                  <a:moveTo>
                    <a:pt x="11429213" y="8835926"/>
                  </a:moveTo>
                  <a:lnTo>
                    <a:pt x="10914863" y="8835926"/>
                  </a:lnTo>
                  <a:lnTo>
                    <a:pt x="10914863" y="8750198"/>
                  </a:lnTo>
                  <a:lnTo>
                    <a:pt x="11429213" y="8750198"/>
                  </a:lnTo>
                  <a:lnTo>
                    <a:pt x="11429213" y="8835926"/>
                  </a:lnTo>
                  <a:close/>
                </a:path>
                <a:path w="17030700" h="8836025">
                  <a:moveTo>
                    <a:pt x="10829138" y="8835926"/>
                  </a:moveTo>
                  <a:lnTo>
                    <a:pt x="10314788" y="8835926"/>
                  </a:lnTo>
                  <a:lnTo>
                    <a:pt x="10314788" y="8750198"/>
                  </a:lnTo>
                  <a:lnTo>
                    <a:pt x="10829138" y="8750198"/>
                  </a:lnTo>
                  <a:lnTo>
                    <a:pt x="10829138" y="8835926"/>
                  </a:lnTo>
                  <a:close/>
                </a:path>
                <a:path w="17030700" h="8836025">
                  <a:moveTo>
                    <a:pt x="10229063" y="8835926"/>
                  </a:moveTo>
                  <a:lnTo>
                    <a:pt x="9714713" y="8835926"/>
                  </a:lnTo>
                  <a:lnTo>
                    <a:pt x="9714713" y="8750198"/>
                  </a:lnTo>
                  <a:lnTo>
                    <a:pt x="10229063" y="8750198"/>
                  </a:lnTo>
                  <a:lnTo>
                    <a:pt x="10229063" y="8835926"/>
                  </a:lnTo>
                  <a:close/>
                </a:path>
                <a:path w="17030700" h="8836025">
                  <a:moveTo>
                    <a:pt x="9628988" y="8835926"/>
                  </a:moveTo>
                  <a:lnTo>
                    <a:pt x="9114686" y="8835926"/>
                  </a:lnTo>
                  <a:lnTo>
                    <a:pt x="9114686" y="8750198"/>
                  </a:lnTo>
                  <a:lnTo>
                    <a:pt x="9628988" y="8750198"/>
                  </a:lnTo>
                  <a:lnTo>
                    <a:pt x="9628988" y="8835926"/>
                  </a:lnTo>
                  <a:close/>
                </a:path>
                <a:path w="17030700" h="8836025">
                  <a:moveTo>
                    <a:pt x="9028961" y="8835926"/>
                  </a:moveTo>
                  <a:lnTo>
                    <a:pt x="8514611" y="8835926"/>
                  </a:lnTo>
                  <a:lnTo>
                    <a:pt x="8514611" y="8750198"/>
                  </a:lnTo>
                  <a:lnTo>
                    <a:pt x="9028961" y="8750198"/>
                  </a:lnTo>
                  <a:lnTo>
                    <a:pt x="9028961" y="8835926"/>
                  </a:lnTo>
                  <a:close/>
                </a:path>
                <a:path w="17030700" h="8836025">
                  <a:moveTo>
                    <a:pt x="8428885" y="8835926"/>
                  </a:moveTo>
                  <a:lnTo>
                    <a:pt x="7914535" y="8835926"/>
                  </a:lnTo>
                  <a:lnTo>
                    <a:pt x="7914535" y="8750198"/>
                  </a:lnTo>
                  <a:lnTo>
                    <a:pt x="8428885" y="8750198"/>
                  </a:lnTo>
                  <a:lnTo>
                    <a:pt x="8428885" y="8835926"/>
                  </a:lnTo>
                  <a:close/>
                </a:path>
                <a:path w="17030700" h="8836025">
                  <a:moveTo>
                    <a:pt x="7828810" y="8835926"/>
                  </a:moveTo>
                  <a:lnTo>
                    <a:pt x="7314460" y="8835926"/>
                  </a:lnTo>
                  <a:lnTo>
                    <a:pt x="7314460" y="8750198"/>
                  </a:lnTo>
                  <a:lnTo>
                    <a:pt x="7828810" y="8750198"/>
                  </a:lnTo>
                  <a:lnTo>
                    <a:pt x="7828810" y="8835926"/>
                  </a:lnTo>
                  <a:close/>
                </a:path>
                <a:path w="17030700" h="8836025">
                  <a:moveTo>
                    <a:pt x="7228735" y="8835926"/>
                  </a:moveTo>
                  <a:lnTo>
                    <a:pt x="6714385" y="8835926"/>
                  </a:lnTo>
                  <a:lnTo>
                    <a:pt x="6714385" y="8750198"/>
                  </a:lnTo>
                  <a:lnTo>
                    <a:pt x="7228735" y="8750198"/>
                  </a:lnTo>
                  <a:lnTo>
                    <a:pt x="7228735" y="8835926"/>
                  </a:lnTo>
                  <a:close/>
                </a:path>
                <a:path w="17030700" h="8836025">
                  <a:moveTo>
                    <a:pt x="6628660" y="8835926"/>
                  </a:moveTo>
                  <a:lnTo>
                    <a:pt x="6114310" y="8835926"/>
                  </a:lnTo>
                  <a:lnTo>
                    <a:pt x="6114310" y="8750198"/>
                  </a:lnTo>
                  <a:lnTo>
                    <a:pt x="6628660" y="8750198"/>
                  </a:lnTo>
                  <a:lnTo>
                    <a:pt x="6628660" y="8835926"/>
                  </a:lnTo>
                  <a:close/>
                </a:path>
                <a:path w="17030700" h="8836025">
                  <a:moveTo>
                    <a:pt x="6028585" y="8835926"/>
                  </a:moveTo>
                  <a:lnTo>
                    <a:pt x="5514235" y="8835926"/>
                  </a:lnTo>
                  <a:lnTo>
                    <a:pt x="5514235" y="8750198"/>
                  </a:lnTo>
                  <a:lnTo>
                    <a:pt x="6028585" y="8750198"/>
                  </a:lnTo>
                  <a:lnTo>
                    <a:pt x="6028585" y="8835926"/>
                  </a:lnTo>
                  <a:close/>
                </a:path>
                <a:path w="17030700" h="8836025">
                  <a:moveTo>
                    <a:pt x="5428510" y="8835926"/>
                  </a:moveTo>
                  <a:lnTo>
                    <a:pt x="4914160" y="8835926"/>
                  </a:lnTo>
                  <a:lnTo>
                    <a:pt x="4914160" y="8750198"/>
                  </a:lnTo>
                  <a:lnTo>
                    <a:pt x="5428510" y="8750198"/>
                  </a:lnTo>
                  <a:lnTo>
                    <a:pt x="5428510" y="8835926"/>
                  </a:lnTo>
                  <a:close/>
                </a:path>
                <a:path w="17030700" h="8836025">
                  <a:moveTo>
                    <a:pt x="4828435" y="8835926"/>
                  </a:moveTo>
                  <a:lnTo>
                    <a:pt x="4314085" y="8835926"/>
                  </a:lnTo>
                  <a:lnTo>
                    <a:pt x="4314085" y="8750198"/>
                  </a:lnTo>
                  <a:lnTo>
                    <a:pt x="4828435" y="8750198"/>
                  </a:lnTo>
                  <a:lnTo>
                    <a:pt x="4828435" y="8835926"/>
                  </a:lnTo>
                  <a:close/>
                </a:path>
                <a:path w="17030700" h="8836025">
                  <a:moveTo>
                    <a:pt x="4228360" y="8835926"/>
                  </a:moveTo>
                  <a:lnTo>
                    <a:pt x="3714010" y="8835926"/>
                  </a:lnTo>
                  <a:lnTo>
                    <a:pt x="3714010" y="8750198"/>
                  </a:lnTo>
                  <a:lnTo>
                    <a:pt x="4228360" y="8750198"/>
                  </a:lnTo>
                  <a:lnTo>
                    <a:pt x="4228360" y="8835926"/>
                  </a:lnTo>
                  <a:close/>
                </a:path>
                <a:path w="17030700" h="8836025">
                  <a:moveTo>
                    <a:pt x="3628285" y="8835926"/>
                  </a:moveTo>
                  <a:lnTo>
                    <a:pt x="3113935" y="8835926"/>
                  </a:lnTo>
                  <a:lnTo>
                    <a:pt x="3113935" y="8750198"/>
                  </a:lnTo>
                  <a:lnTo>
                    <a:pt x="3628285" y="8750198"/>
                  </a:lnTo>
                  <a:lnTo>
                    <a:pt x="3628285" y="8835926"/>
                  </a:lnTo>
                  <a:close/>
                </a:path>
                <a:path w="17030700" h="8836025">
                  <a:moveTo>
                    <a:pt x="3028210" y="8835926"/>
                  </a:moveTo>
                  <a:lnTo>
                    <a:pt x="2513860" y="8835926"/>
                  </a:lnTo>
                  <a:lnTo>
                    <a:pt x="2513860" y="8750198"/>
                  </a:lnTo>
                  <a:lnTo>
                    <a:pt x="3028210" y="8750198"/>
                  </a:lnTo>
                  <a:lnTo>
                    <a:pt x="3028210" y="8835926"/>
                  </a:lnTo>
                  <a:close/>
                </a:path>
                <a:path w="17030700" h="8836025">
                  <a:moveTo>
                    <a:pt x="2428135" y="8835926"/>
                  </a:moveTo>
                  <a:lnTo>
                    <a:pt x="1913785" y="8835926"/>
                  </a:lnTo>
                  <a:lnTo>
                    <a:pt x="1913785" y="8750198"/>
                  </a:lnTo>
                  <a:lnTo>
                    <a:pt x="2428135" y="8750198"/>
                  </a:lnTo>
                  <a:lnTo>
                    <a:pt x="2428135" y="8835926"/>
                  </a:lnTo>
                  <a:close/>
                </a:path>
                <a:path w="17030700" h="8836025">
                  <a:moveTo>
                    <a:pt x="1828060" y="8835926"/>
                  </a:moveTo>
                  <a:lnTo>
                    <a:pt x="1313710" y="8835926"/>
                  </a:lnTo>
                  <a:lnTo>
                    <a:pt x="1313710" y="8750198"/>
                  </a:lnTo>
                  <a:lnTo>
                    <a:pt x="1828060" y="8750198"/>
                  </a:lnTo>
                  <a:lnTo>
                    <a:pt x="1828060" y="8835926"/>
                  </a:lnTo>
                  <a:close/>
                </a:path>
                <a:path w="17030700" h="8836025">
                  <a:moveTo>
                    <a:pt x="1227985" y="8835926"/>
                  </a:moveTo>
                  <a:lnTo>
                    <a:pt x="790632" y="8835926"/>
                  </a:lnTo>
                  <a:lnTo>
                    <a:pt x="742474" y="8834484"/>
                  </a:lnTo>
                  <a:lnTo>
                    <a:pt x="713713" y="8831891"/>
                  </a:lnTo>
                  <a:lnTo>
                    <a:pt x="721923" y="8746903"/>
                  </a:lnTo>
                  <a:lnTo>
                    <a:pt x="739030" y="8748346"/>
                  </a:lnTo>
                  <a:lnTo>
                    <a:pt x="756184" y="8749376"/>
                  </a:lnTo>
                  <a:lnTo>
                    <a:pt x="773385" y="8749993"/>
                  </a:lnTo>
                  <a:lnTo>
                    <a:pt x="790632" y="8750198"/>
                  </a:lnTo>
                  <a:lnTo>
                    <a:pt x="1227985" y="8750198"/>
                  </a:lnTo>
                  <a:lnTo>
                    <a:pt x="1227985" y="8835926"/>
                  </a:lnTo>
                  <a:close/>
                </a:path>
                <a:path w="17030700" h="8836025">
                  <a:moveTo>
                    <a:pt x="629022" y="8819048"/>
                  </a:moveTo>
                  <a:lnTo>
                    <a:pt x="558297" y="8801236"/>
                  </a:lnTo>
                  <a:lnTo>
                    <a:pt x="514780" y="8786468"/>
                  </a:lnTo>
                  <a:lnTo>
                    <a:pt x="472440" y="8769284"/>
                  </a:lnTo>
                  <a:lnTo>
                    <a:pt x="431360" y="8749765"/>
                  </a:lnTo>
                  <a:lnTo>
                    <a:pt x="391621" y="8727994"/>
                  </a:lnTo>
                  <a:lnTo>
                    <a:pt x="353307" y="8704055"/>
                  </a:lnTo>
                  <a:lnTo>
                    <a:pt x="316500" y="8678029"/>
                  </a:lnTo>
                  <a:lnTo>
                    <a:pt x="281284" y="8650000"/>
                  </a:lnTo>
                  <a:lnTo>
                    <a:pt x="247740" y="8620051"/>
                  </a:lnTo>
                  <a:lnTo>
                    <a:pt x="215951" y="8588263"/>
                  </a:lnTo>
                  <a:lnTo>
                    <a:pt x="193151" y="8562727"/>
                  </a:lnTo>
                  <a:lnTo>
                    <a:pt x="257761" y="8506730"/>
                  </a:lnTo>
                  <a:lnTo>
                    <a:pt x="293451" y="8545198"/>
                  </a:lnTo>
                  <a:lnTo>
                    <a:pt x="331014" y="8580403"/>
                  </a:lnTo>
                  <a:lnTo>
                    <a:pt x="370450" y="8612343"/>
                  </a:lnTo>
                  <a:lnTo>
                    <a:pt x="411758" y="8641020"/>
                  </a:lnTo>
                  <a:lnTo>
                    <a:pt x="454940" y="8666432"/>
                  </a:lnTo>
                  <a:lnTo>
                    <a:pt x="499995" y="8688581"/>
                  </a:lnTo>
                  <a:lnTo>
                    <a:pt x="546922" y="8707466"/>
                  </a:lnTo>
                  <a:lnTo>
                    <a:pt x="595723" y="8723087"/>
                  </a:lnTo>
                  <a:lnTo>
                    <a:pt x="646396" y="8735444"/>
                  </a:lnTo>
                  <a:lnTo>
                    <a:pt x="629022" y="8819048"/>
                  </a:lnTo>
                  <a:close/>
                </a:path>
                <a:path w="17030700" h="8836025">
                  <a:moveTo>
                    <a:pt x="140572" y="8494897"/>
                  </a:moveTo>
                  <a:lnTo>
                    <a:pt x="108005" y="8444382"/>
                  </a:lnTo>
                  <a:lnTo>
                    <a:pt x="86234" y="8404644"/>
                  </a:lnTo>
                  <a:lnTo>
                    <a:pt x="66715" y="8363563"/>
                  </a:lnTo>
                  <a:lnTo>
                    <a:pt x="49642" y="8321501"/>
                  </a:lnTo>
                  <a:lnTo>
                    <a:pt x="34843" y="8277947"/>
                  </a:lnTo>
                  <a:lnTo>
                    <a:pt x="22578" y="8233406"/>
                  </a:lnTo>
                  <a:lnTo>
                    <a:pt x="22493" y="8233096"/>
                  </a:lnTo>
                  <a:lnTo>
                    <a:pt x="12892" y="8187877"/>
                  </a:lnTo>
                  <a:lnTo>
                    <a:pt x="12807" y="8187474"/>
                  </a:lnTo>
                  <a:lnTo>
                    <a:pt x="5852" y="8141361"/>
                  </a:lnTo>
                  <a:lnTo>
                    <a:pt x="5786" y="8140923"/>
                  </a:lnTo>
                  <a:lnTo>
                    <a:pt x="1542" y="8093858"/>
                  </a:lnTo>
                  <a:lnTo>
                    <a:pt x="1512" y="8093526"/>
                  </a:lnTo>
                  <a:lnTo>
                    <a:pt x="0" y="8045366"/>
                  </a:lnTo>
                  <a:lnTo>
                    <a:pt x="0" y="8008991"/>
                  </a:lnTo>
                  <a:lnTo>
                    <a:pt x="85795" y="8008991"/>
                  </a:lnTo>
                  <a:lnTo>
                    <a:pt x="85795" y="8045366"/>
                  </a:lnTo>
                  <a:lnTo>
                    <a:pt x="87327" y="8093526"/>
                  </a:lnTo>
                  <a:lnTo>
                    <a:pt x="87338" y="8093858"/>
                  </a:lnTo>
                  <a:lnTo>
                    <a:pt x="91925" y="8140923"/>
                  </a:lnTo>
                  <a:lnTo>
                    <a:pt x="91968" y="8141361"/>
                  </a:lnTo>
                  <a:lnTo>
                    <a:pt x="99618" y="8187474"/>
                  </a:lnTo>
                  <a:lnTo>
                    <a:pt x="110415" y="8233096"/>
                  </a:lnTo>
                  <a:lnTo>
                    <a:pt x="124304" y="8277707"/>
                  </a:lnTo>
                  <a:lnTo>
                    <a:pt x="124379" y="8277947"/>
                  </a:lnTo>
                  <a:lnTo>
                    <a:pt x="141247" y="8321223"/>
                  </a:lnTo>
                  <a:lnTo>
                    <a:pt x="141356" y="8321501"/>
                  </a:lnTo>
                  <a:lnTo>
                    <a:pt x="161419" y="8364067"/>
                  </a:lnTo>
                  <a:lnTo>
                    <a:pt x="184569" y="8405646"/>
                  </a:lnTo>
                  <a:lnTo>
                    <a:pt x="210806" y="8446237"/>
                  </a:lnTo>
                  <a:lnTo>
                    <a:pt x="140572" y="8494897"/>
                  </a:lnTo>
                  <a:close/>
                </a:path>
                <a:path w="17030700" h="8836025">
                  <a:moveTo>
                    <a:pt x="85795" y="7923266"/>
                  </a:moveTo>
                  <a:lnTo>
                    <a:pt x="0" y="7923266"/>
                  </a:lnTo>
                  <a:lnTo>
                    <a:pt x="0" y="7408916"/>
                  </a:lnTo>
                  <a:lnTo>
                    <a:pt x="85795" y="7408916"/>
                  </a:lnTo>
                  <a:lnTo>
                    <a:pt x="85795" y="7923266"/>
                  </a:lnTo>
                  <a:close/>
                </a:path>
                <a:path w="17030700" h="8836025">
                  <a:moveTo>
                    <a:pt x="85795" y="7323191"/>
                  </a:moveTo>
                  <a:lnTo>
                    <a:pt x="0" y="7323191"/>
                  </a:lnTo>
                  <a:lnTo>
                    <a:pt x="0" y="6808841"/>
                  </a:lnTo>
                  <a:lnTo>
                    <a:pt x="85795" y="6808841"/>
                  </a:lnTo>
                  <a:lnTo>
                    <a:pt x="85795" y="7323191"/>
                  </a:lnTo>
                  <a:close/>
                </a:path>
                <a:path w="17030700" h="8836025">
                  <a:moveTo>
                    <a:pt x="85795" y="6723116"/>
                  </a:moveTo>
                  <a:lnTo>
                    <a:pt x="0" y="6723116"/>
                  </a:lnTo>
                  <a:lnTo>
                    <a:pt x="0" y="6208766"/>
                  </a:lnTo>
                  <a:lnTo>
                    <a:pt x="85795" y="6208766"/>
                  </a:lnTo>
                  <a:lnTo>
                    <a:pt x="85795" y="6723116"/>
                  </a:lnTo>
                  <a:close/>
                </a:path>
                <a:path w="17030700" h="8836025">
                  <a:moveTo>
                    <a:pt x="85795" y="6123041"/>
                  </a:moveTo>
                  <a:lnTo>
                    <a:pt x="0" y="6123041"/>
                  </a:lnTo>
                  <a:lnTo>
                    <a:pt x="0" y="5608691"/>
                  </a:lnTo>
                  <a:lnTo>
                    <a:pt x="85795" y="5608691"/>
                  </a:lnTo>
                  <a:lnTo>
                    <a:pt x="85795" y="6123041"/>
                  </a:lnTo>
                  <a:close/>
                </a:path>
                <a:path w="17030700" h="8836025">
                  <a:moveTo>
                    <a:pt x="85795" y="5522966"/>
                  </a:moveTo>
                  <a:lnTo>
                    <a:pt x="0" y="5522966"/>
                  </a:lnTo>
                  <a:lnTo>
                    <a:pt x="0" y="5008616"/>
                  </a:lnTo>
                  <a:lnTo>
                    <a:pt x="85795" y="5008616"/>
                  </a:lnTo>
                  <a:lnTo>
                    <a:pt x="85795" y="5522966"/>
                  </a:lnTo>
                  <a:close/>
                </a:path>
                <a:path w="17030700" h="8836025">
                  <a:moveTo>
                    <a:pt x="85795" y="4922891"/>
                  </a:moveTo>
                  <a:lnTo>
                    <a:pt x="0" y="4922891"/>
                  </a:lnTo>
                  <a:lnTo>
                    <a:pt x="0" y="4408541"/>
                  </a:lnTo>
                  <a:lnTo>
                    <a:pt x="85795" y="4408541"/>
                  </a:lnTo>
                  <a:lnTo>
                    <a:pt x="85795" y="4922891"/>
                  </a:lnTo>
                  <a:close/>
                </a:path>
                <a:path w="17030700" h="8836025">
                  <a:moveTo>
                    <a:pt x="85795" y="4322816"/>
                  </a:moveTo>
                  <a:lnTo>
                    <a:pt x="0" y="4322816"/>
                  </a:lnTo>
                  <a:lnTo>
                    <a:pt x="0" y="3808466"/>
                  </a:lnTo>
                  <a:lnTo>
                    <a:pt x="85795" y="3808466"/>
                  </a:lnTo>
                  <a:lnTo>
                    <a:pt x="85795" y="4322816"/>
                  </a:lnTo>
                  <a:close/>
                </a:path>
                <a:path w="17030700" h="8836025">
                  <a:moveTo>
                    <a:pt x="85795" y="3722741"/>
                  </a:moveTo>
                  <a:lnTo>
                    <a:pt x="0" y="3722741"/>
                  </a:lnTo>
                  <a:lnTo>
                    <a:pt x="0" y="3208391"/>
                  </a:lnTo>
                  <a:lnTo>
                    <a:pt x="85795" y="3208391"/>
                  </a:lnTo>
                  <a:lnTo>
                    <a:pt x="85795" y="3722741"/>
                  </a:lnTo>
                  <a:close/>
                </a:path>
                <a:path w="17030700" h="8836025">
                  <a:moveTo>
                    <a:pt x="85795" y="3122666"/>
                  </a:moveTo>
                  <a:lnTo>
                    <a:pt x="0" y="3122666"/>
                  </a:lnTo>
                  <a:lnTo>
                    <a:pt x="0" y="2608316"/>
                  </a:lnTo>
                  <a:lnTo>
                    <a:pt x="85795" y="2608316"/>
                  </a:lnTo>
                  <a:lnTo>
                    <a:pt x="85795" y="3122666"/>
                  </a:lnTo>
                  <a:close/>
                </a:path>
                <a:path w="17030700" h="8836025">
                  <a:moveTo>
                    <a:pt x="85795" y="2522591"/>
                  </a:moveTo>
                  <a:lnTo>
                    <a:pt x="0" y="2522591"/>
                  </a:lnTo>
                  <a:lnTo>
                    <a:pt x="0" y="2008241"/>
                  </a:lnTo>
                  <a:lnTo>
                    <a:pt x="85795" y="2008241"/>
                  </a:lnTo>
                  <a:lnTo>
                    <a:pt x="85795" y="2522591"/>
                  </a:lnTo>
                  <a:close/>
                </a:path>
                <a:path w="17030700" h="8836025">
                  <a:moveTo>
                    <a:pt x="85795" y="1922516"/>
                  </a:moveTo>
                  <a:lnTo>
                    <a:pt x="0" y="1922516"/>
                  </a:lnTo>
                  <a:lnTo>
                    <a:pt x="0" y="1408166"/>
                  </a:lnTo>
                  <a:lnTo>
                    <a:pt x="85795" y="1408166"/>
                  </a:lnTo>
                  <a:lnTo>
                    <a:pt x="85795" y="1922516"/>
                  </a:lnTo>
                  <a:close/>
                </a:path>
                <a:path w="17030700" h="8836025">
                  <a:moveTo>
                    <a:pt x="85795" y="1322441"/>
                  </a:moveTo>
                  <a:lnTo>
                    <a:pt x="0" y="1322441"/>
                  </a:lnTo>
                  <a:lnTo>
                    <a:pt x="0" y="808091"/>
                  </a:lnTo>
                  <a:lnTo>
                    <a:pt x="85795" y="808091"/>
                  </a:lnTo>
                  <a:lnTo>
                    <a:pt x="85795" y="1322441"/>
                  </a:lnTo>
                  <a:close/>
                </a:path>
                <a:path w="17030700" h="8836025">
                  <a:moveTo>
                    <a:pt x="323351" y="262872"/>
                  </a:moveTo>
                  <a:lnTo>
                    <a:pt x="266700" y="198951"/>
                  </a:lnTo>
                  <a:lnTo>
                    <a:pt x="281284" y="185930"/>
                  </a:lnTo>
                  <a:lnTo>
                    <a:pt x="316500" y="157900"/>
                  </a:lnTo>
                  <a:lnTo>
                    <a:pt x="353307" y="131874"/>
                  </a:lnTo>
                  <a:lnTo>
                    <a:pt x="391621" y="107934"/>
                  </a:lnTo>
                  <a:lnTo>
                    <a:pt x="431360" y="86163"/>
                  </a:lnTo>
                  <a:lnTo>
                    <a:pt x="472440" y="66644"/>
                  </a:lnTo>
                  <a:lnTo>
                    <a:pt x="514780" y="49459"/>
                  </a:lnTo>
                  <a:lnTo>
                    <a:pt x="558297" y="34691"/>
                  </a:lnTo>
                  <a:lnTo>
                    <a:pt x="602907" y="22423"/>
                  </a:lnTo>
                  <a:lnTo>
                    <a:pt x="648528" y="12736"/>
                  </a:lnTo>
                  <a:lnTo>
                    <a:pt x="695078" y="5716"/>
                  </a:lnTo>
                  <a:lnTo>
                    <a:pt x="732347" y="2355"/>
                  </a:lnTo>
                  <a:lnTo>
                    <a:pt x="738456" y="86163"/>
                  </a:lnTo>
                  <a:lnTo>
                    <a:pt x="738562" y="87615"/>
                  </a:lnTo>
                  <a:lnTo>
                    <a:pt x="686631" y="93190"/>
                  </a:lnTo>
                  <a:lnTo>
                    <a:pt x="636149" y="102240"/>
                  </a:lnTo>
                  <a:lnTo>
                    <a:pt x="587116" y="114765"/>
                  </a:lnTo>
                  <a:lnTo>
                    <a:pt x="539532" y="130763"/>
                  </a:lnTo>
                  <a:lnTo>
                    <a:pt x="493398" y="150236"/>
                  </a:lnTo>
                  <a:lnTo>
                    <a:pt x="448712" y="173184"/>
                  </a:lnTo>
                  <a:lnTo>
                    <a:pt x="405476" y="199605"/>
                  </a:lnTo>
                  <a:lnTo>
                    <a:pt x="363689" y="229502"/>
                  </a:lnTo>
                  <a:lnTo>
                    <a:pt x="323351" y="262872"/>
                  </a:lnTo>
                  <a:close/>
                </a:path>
                <a:path w="17030700" h="8836025">
                  <a:moveTo>
                    <a:pt x="88388" y="729614"/>
                  </a:moveTo>
                  <a:lnTo>
                    <a:pt x="3321" y="722339"/>
                  </a:lnTo>
                  <a:lnTo>
                    <a:pt x="5786" y="695007"/>
                  </a:lnTo>
                  <a:lnTo>
                    <a:pt x="12807" y="648457"/>
                  </a:lnTo>
                  <a:lnTo>
                    <a:pt x="22493" y="602836"/>
                  </a:lnTo>
                  <a:lnTo>
                    <a:pt x="34761" y="558225"/>
                  </a:lnTo>
                  <a:lnTo>
                    <a:pt x="49529" y="514709"/>
                  </a:lnTo>
                  <a:lnTo>
                    <a:pt x="66715" y="472369"/>
                  </a:lnTo>
                  <a:lnTo>
                    <a:pt x="86234" y="431288"/>
                  </a:lnTo>
                  <a:lnTo>
                    <a:pt x="108005" y="391550"/>
                  </a:lnTo>
                  <a:lnTo>
                    <a:pt x="131945" y="353236"/>
                  </a:lnTo>
                  <a:lnTo>
                    <a:pt x="157971" y="316429"/>
                  </a:lnTo>
                  <a:lnTo>
                    <a:pt x="186001" y="281212"/>
                  </a:lnTo>
                  <a:lnTo>
                    <a:pt x="205707" y="259142"/>
                  </a:lnTo>
                  <a:lnTo>
                    <a:pt x="268927" y="316613"/>
                  </a:lnTo>
                  <a:lnTo>
                    <a:pt x="235034" y="356544"/>
                  </a:lnTo>
                  <a:lnTo>
                    <a:pt x="204599" y="397964"/>
                  </a:lnTo>
                  <a:lnTo>
                    <a:pt x="177622" y="440874"/>
                  </a:lnTo>
                  <a:lnTo>
                    <a:pt x="154104" y="485273"/>
                  </a:lnTo>
                  <a:lnTo>
                    <a:pt x="134044" y="531162"/>
                  </a:lnTo>
                  <a:lnTo>
                    <a:pt x="117443" y="578541"/>
                  </a:lnTo>
                  <a:lnTo>
                    <a:pt x="104300" y="627409"/>
                  </a:lnTo>
                  <a:lnTo>
                    <a:pt x="94615" y="677766"/>
                  </a:lnTo>
                  <a:lnTo>
                    <a:pt x="88388" y="729614"/>
                  </a:lnTo>
                  <a:close/>
                </a:path>
                <a:path w="17030700" h="8836025">
                  <a:moveTo>
                    <a:pt x="1304985" y="85725"/>
                  </a:moveTo>
                  <a:lnTo>
                    <a:pt x="790632" y="85725"/>
                  </a:lnTo>
                  <a:lnTo>
                    <a:pt x="790632" y="0"/>
                  </a:lnTo>
                  <a:lnTo>
                    <a:pt x="1304985" y="0"/>
                  </a:lnTo>
                  <a:lnTo>
                    <a:pt x="1304985" y="85725"/>
                  </a:lnTo>
                  <a:close/>
                </a:path>
              </a:pathLst>
            </a:custGeom>
            <a:solidFill>
              <a:srgbClr val="5940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8317" y="1524623"/>
              <a:ext cx="5166908" cy="724578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88316" y="1524621"/>
              <a:ext cx="5162550" cy="7247890"/>
            </a:xfrm>
            <a:custGeom>
              <a:avLst/>
              <a:gdLst/>
              <a:ahLst/>
              <a:cxnLst/>
              <a:rect l="l" t="t" r="r" b="b"/>
              <a:pathLst>
                <a:path w="5162550" h="7247890">
                  <a:moveTo>
                    <a:pt x="5162495" y="6921761"/>
                  </a:moveTo>
                  <a:lnTo>
                    <a:pt x="5153877" y="6965202"/>
                  </a:lnTo>
                  <a:lnTo>
                    <a:pt x="5137928" y="7012135"/>
                  </a:lnTo>
                  <a:lnTo>
                    <a:pt x="5116024" y="7056601"/>
                  </a:lnTo>
                  <a:lnTo>
                    <a:pt x="5088409" y="7098007"/>
                  </a:lnTo>
                  <a:lnTo>
                    <a:pt x="5055328" y="7135760"/>
                  </a:lnTo>
                  <a:lnTo>
                    <a:pt x="5017565" y="7168835"/>
                  </a:lnTo>
                  <a:lnTo>
                    <a:pt x="4976155" y="7196446"/>
                  </a:lnTo>
                  <a:lnTo>
                    <a:pt x="4931689" y="7218347"/>
                  </a:lnTo>
                  <a:lnTo>
                    <a:pt x="4884759" y="7234293"/>
                  </a:lnTo>
                  <a:lnTo>
                    <a:pt x="4835956" y="7244038"/>
                  </a:lnTo>
                  <a:lnTo>
                    <a:pt x="4785876" y="7247339"/>
                  </a:lnTo>
                  <a:lnTo>
                    <a:pt x="380995" y="7247338"/>
                  </a:lnTo>
                  <a:lnTo>
                    <a:pt x="330911" y="7244032"/>
                  </a:lnTo>
                  <a:lnTo>
                    <a:pt x="282109" y="7234281"/>
                  </a:lnTo>
                  <a:lnTo>
                    <a:pt x="235182" y="7218329"/>
                  </a:lnTo>
                  <a:lnTo>
                    <a:pt x="190722" y="7196422"/>
                  </a:lnTo>
                  <a:lnTo>
                    <a:pt x="149321" y="7168807"/>
                  </a:lnTo>
                  <a:lnTo>
                    <a:pt x="111570" y="7135726"/>
                  </a:lnTo>
                  <a:lnTo>
                    <a:pt x="78496" y="7097974"/>
                  </a:lnTo>
                  <a:lnTo>
                    <a:pt x="50888" y="7056570"/>
                  </a:lnTo>
                  <a:lnTo>
                    <a:pt x="28991" y="7012109"/>
                  </a:lnTo>
                  <a:lnTo>
                    <a:pt x="13047" y="6965183"/>
                  </a:lnTo>
                  <a:lnTo>
                    <a:pt x="3303" y="6916383"/>
                  </a:lnTo>
                  <a:lnTo>
                    <a:pt x="1" y="6866301"/>
                  </a:lnTo>
                  <a:lnTo>
                    <a:pt x="0" y="381029"/>
                  </a:lnTo>
                  <a:lnTo>
                    <a:pt x="3300" y="330948"/>
                  </a:lnTo>
                  <a:lnTo>
                    <a:pt x="13045" y="282148"/>
                  </a:lnTo>
                  <a:lnTo>
                    <a:pt x="28990" y="235222"/>
                  </a:lnTo>
                  <a:lnTo>
                    <a:pt x="50891" y="190761"/>
                  </a:lnTo>
                  <a:lnTo>
                    <a:pt x="78501" y="149358"/>
                  </a:lnTo>
                  <a:lnTo>
                    <a:pt x="111577" y="111606"/>
                  </a:lnTo>
                  <a:lnTo>
                    <a:pt x="149326" y="78527"/>
                  </a:lnTo>
                  <a:lnTo>
                    <a:pt x="190727" y="50912"/>
                  </a:lnTo>
                  <a:lnTo>
                    <a:pt x="235187" y="29006"/>
                  </a:lnTo>
                  <a:lnTo>
                    <a:pt x="282114" y="13055"/>
                  </a:lnTo>
                  <a:lnTo>
                    <a:pt x="330916" y="3304"/>
                  </a:lnTo>
                  <a:lnTo>
                    <a:pt x="380998" y="0"/>
                  </a:lnTo>
                  <a:lnTo>
                    <a:pt x="4785876" y="0"/>
                  </a:lnTo>
                  <a:lnTo>
                    <a:pt x="4835962" y="3296"/>
                  </a:lnTo>
                  <a:lnTo>
                    <a:pt x="4884765" y="13042"/>
                  </a:lnTo>
                  <a:lnTo>
                    <a:pt x="4931695" y="28990"/>
                  </a:lnTo>
                  <a:lnTo>
                    <a:pt x="4976160" y="50894"/>
                  </a:lnTo>
                  <a:lnTo>
                    <a:pt x="5017568" y="78506"/>
                  </a:lnTo>
                  <a:lnTo>
                    <a:pt x="5055329" y="111582"/>
                  </a:lnTo>
                  <a:lnTo>
                    <a:pt x="5088408" y="149337"/>
                  </a:lnTo>
                  <a:lnTo>
                    <a:pt x="5116023" y="190743"/>
                  </a:lnTo>
                  <a:lnTo>
                    <a:pt x="5137927" y="235208"/>
                  </a:lnTo>
                  <a:lnTo>
                    <a:pt x="5153876" y="282139"/>
                  </a:lnTo>
                  <a:lnTo>
                    <a:pt x="5162489" y="325578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233767" y="3182256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5">
                  <a:moveTo>
                    <a:pt x="229554" y="444549"/>
                  </a:moveTo>
                  <a:lnTo>
                    <a:pt x="214995" y="444549"/>
                  </a:lnTo>
                  <a:lnTo>
                    <a:pt x="207731" y="444193"/>
                  </a:lnTo>
                  <a:lnTo>
                    <a:pt x="164718" y="437090"/>
                  </a:lnTo>
                  <a:lnTo>
                    <a:pt x="123916" y="421734"/>
                  </a:lnTo>
                  <a:lnTo>
                    <a:pt x="86892" y="398714"/>
                  </a:lnTo>
                  <a:lnTo>
                    <a:pt x="55072" y="368912"/>
                  </a:lnTo>
                  <a:lnTo>
                    <a:pt x="29677" y="333473"/>
                  </a:lnTo>
                  <a:lnTo>
                    <a:pt x="11684" y="293765"/>
                  </a:lnTo>
                  <a:lnTo>
                    <a:pt x="1783" y="251306"/>
                  </a:lnTo>
                  <a:lnTo>
                    <a:pt x="0" y="229554"/>
                  </a:lnTo>
                  <a:lnTo>
                    <a:pt x="0" y="214995"/>
                  </a:lnTo>
                  <a:lnTo>
                    <a:pt x="5691" y="171771"/>
                  </a:lnTo>
                  <a:lnTo>
                    <a:pt x="19705" y="130488"/>
                  </a:lnTo>
                  <a:lnTo>
                    <a:pt x="41504" y="92733"/>
                  </a:lnTo>
                  <a:lnTo>
                    <a:pt x="70250" y="59955"/>
                  </a:lnTo>
                  <a:lnTo>
                    <a:pt x="104839" y="33415"/>
                  </a:lnTo>
                  <a:lnTo>
                    <a:pt x="143940" y="14133"/>
                  </a:lnTo>
                  <a:lnTo>
                    <a:pt x="186049" y="2850"/>
                  </a:lnTo>
                  <a:lnTo>
                    <a:pt x="214995" y="0"/>
                  </a:lnTo>
                  <a:lnTo>
                    <a:pt x="229554" y="0"/>
                  </a:lnTo>
                  <a:lnTo>
                    <a:pt x="272778" y="5691"/>
                  </a:lnTo>
                  <a:lnTo>
                    <a:pt x="314061" y="19705"/>
                  </a:lnTo>
                  <a:lnTo>
                    <a:pt x="351815" y="41504"/>
                  </a:lnTo>
                  <a:lnTo>
                    <a:pt x="384594" y="70250"/>
                  </a:lnTo>
                  <a:lnTo>
                    <a:pt x="411133" y="104839"/>
                  </a:lnTo>
                  <a:lnTo>
                    <a:pt x="430414" y="143940"/>
                  </a:lnTo>
                  <a:lnTo>
                    <a:pt x="441697" y="186049"/>
                  </a:lnTo>
                  <a:lnTo>
                    <a:pt x="444549" y="214995"/>
                  </a:lnTo>
                  <a:lnTo>
                    <a:pt x="444549" y="222274"/>
                  </a:lnTo>
                  <a:lnTo>
                    <a:pt x="444549" y="229554"/>
                  </a:lnTo>
                  <a:lnTo>
                    <a:pt x="438858" y="272778"/>
                  </a:lnTo>
                  <a:lnTo>
                    <a:pt x="424845" y="314061"/>
                  </a:lnTo>
                  <a:lnTo>
                    <a:pt x="403044" y="351815"/>
                  </a:lnTo>
                  <a:lnTo>
                    <a:pt x="374299" y="384594"/>
                  </a:lnTo>
                  <a:lnTo>
                    <a:pt x="339710" y="411133"/>
                  </a:lnTo>
                  <a:lnTo>
                    <a:pt x="300608" y="430414"/>
                  </a:lnTo>
                  <a:lnTo>
                    <a:pt x="258500" y="441697"/>
                  </a:lnTo>
                  <a:lnTo>
                    <a:pt x="236817" y="444193"/>
                  </a:lnTo>
                  <a:lnTo>
                    <a:pt x="229554" y="444549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324872" y="3310532"/>
              <a:ext cx="262255" cy="188595"/>
            </a:xfrm>
            <a:custGeom>
              <a:avLst/>
              <a:gdLst/>
              <a:ahLst/>
              <a:cxnLst/>
              <a:rect l="l" t="t" r="r" b="b"/>
              <a:pathLst>
                <a:path w="262254" h="188595">
                  <a:moveTo>
                    <a:pt x="112748" y="187997"/>
                  </a:moveTo>
                  <a:lnTo>
                    <a:pt x="96584" y="187997"/>
                  </a:lnTo>
                  <a:lnTo>
                    <a:pt x="88833" y="184788"/>
                  </a:lnTo>
                  <a:lnTo>
                    <a:pt x="8923" y="104879"/>
                  </a:lnTo>
                  <a:lnTo>
                    <a:pt x="2230" y="94800"/>
                  </a:lnTo>
                  <a:lnTo>
                    <a:pt x="0" y="83334"/>
                  </a:lnTo>
                  <a:lnTo>
                    <a:pt x="2230" y="71868"/>
                  </a:lnTo>
                  <a:lnTo>
                    <a:pt x="8923" y="61789"/>
                  </a:lnTo>
                  <a:lnTo>
                    <a:pt x="19002" y="55096"/>
                  </a:lnTo>
                  <a:lnTo>
                    <a:pt x="30468" y="52865"/>
                  </a:lnTo>
                  <a:lnTo>
                    <a:pt x="41934" y="55096"/>
                  </a:lnTo>
                  <a:lnTo>
                    <a:pt x="52013" y="61789"/>
                  </a:lnTo>
                  <a:lnTo>
                    <a:pt x="104655" y="114431"/>
                  </a:lnTo>
                  <a:lnTo>
                    <a:pt x="210110" y="8930"/>
                  </a:lnTo>
                  <a:lnTo>
                    <a:pt x="220188" y="2234"/>
                  </a:lnTo>
                  <a:lnTo>
                    <a:pt x="231653" y="0"/>
                  </a:lnTo>
                  <a:lnTo>
                    <a:pt x="243119" y="2228"/>
                  </a:lnTo>
                  <a:lnTo>
                    <a:pt x="253200" y="8918"/>
                  </a:lnTo>
                  <a:lnTo>
                    <a:pt x="259895" y="18997"/>
                  </a:lnTo>
                  <a:lnTo>
                    <a:pt x="262128" y="30462"/>
                  </a:lnTo>
                  <a:lnTo>
                    <a:pt x="259900" y="41928"/>
                  </a:lnTo>
                  <a:lnTo>
                    <a:pt x="253209" y="52008"/>
                  </a:lnTo>
                  <a:lnTo>
                    <a:pt x="120499" y="184782"/>
                  </a:lnTo>
                  <a:lnTo>
                    <a:pt x="112748" y="18799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8668" rIns="0" bIns="0" rtlCol="0" vert="horz">
            <a:spAutoFit/>
          </a:bodyPr>
          <a:lstStyle/>
          <a:p>
            <a:pPr marL="5845810" marR="5080">
              <a:lnSpc>
                <a:spcPts val="4310"/>
              </a:lnSpc>
              <a:spcBef>
                <a:spcPts val="600"/>
              </a:spcBef>
            </a:pPr>
            <a:r>
              <a:rPr dirty="0" sz="3950" spc="285"/>
              <a:t>Data</a:t>
            </a:r>
            <a:r>
              <a:rPr dirty="0" sz="3950" spc="-204"/>
              <a:t> </a:t>
            </a:r>
            <a:r>
              <a:rPr dirty="0" sz="3950" spc="-55"/>
              <a:t>Engineering:</a:t>
            </a:r>
            <a:r>
              <a:rPr dirty="0" sz="3950" spc="-200"/>
              <a:t> </a:t>
            </a:r>
            <a:r>
              <a:rPr dirty="0" sz="3950" spc="-20"/>
              <a:t>From </a:t>
            </a:r>
            <a:r>
              <a:rPr dirty="0" sz="3950" spc="90"/>
              <a:t>Source</a:t>
            </a:r>
            <a:r>
              <a:rPr dirty="0" sz="3950" spc="-210"/>
              <a:t> </a:t>
            </a:r>
            <a:r>
              <a:rPr dirty="0" sz="3950" spc="300"/>
              <a:t>to</a:t>
            </a:r>
            <a:r>
              <a:rPr dirty="0" sz="3950" spc="-204"/>
              <a:t> </a:t>
            </a:r>
            <a:r>
              <a:rPr dirty="0" sz="3950" spc="55"/>
              <a:t>Actionable</a:t>
            </a:r>
            <a:r>
              <a:rPr dirty="0" sz="3950" spc="-210"/>
              <a:t> </a:t>
            </a:r>
            <a:r>
              <a:rPr dirty="0" sz="3950" spc="-10"/>
              <a:t>Insight</a:t>
            </a:r>
            <a:endParaRPr sz="3950"/>
          </a:p>
        </p:txBody>
      </p:sp>
      <p:grpSp>
        <p:nvGrpSpPr>
          <p:cNvPr id="9" name="object 9" descr=""/>
          <p:cNvGrpSpPr/>
          <p:nvPr/>
        </p:nvGrpSpPr>
        <p:grpSpPr>
          <a:xfrm>
            <a:off x="264572" y="0"/>
            <a:ext cx="18023840" cy="10287000"/>
            <a:chOff x="264572" y="0"/>
            <a:chExt cx="18023840" cy="10287000"/>
          </a:xfrm>
        </p:grpSpPr>
        <p:sp>
          <p:nvSpPr>
            <p:cNvPr id="10" name="object 10" descr=""/>
            <p:cNvSpPr/>
            <p:nvPr/>
          </p:nvSpPr>
          <p:spPr>
            <a:xfrm>
              <a:off x="13412312" y="0"/>
              <a:ext cx="4876165" cy="3997325"/>
            </a:xfrm>
            <a:custGeom>
              <a:avLst/>
              <a:gdLst/>
              <a:ahLst/>
              <a:cxnLst/>
              <a:rect l="l" t="t" r="r" b="b"/>
              <a:pathLst>
                <a:path w="4876165" h="3997325">
                  <a:moveTo>
                    <a:pt x="151473" y="0"/>
                  </a:moveTo>
                  <a:lnTo>
                    <a:pt x="3491650" y="2770959"/>
                  </a:lnTo>
                  <a:lnTo>
                    <a:pt x="3398814" y="2694624"/>
                  </a:lnTo>
                  <a:lnTo>
                    <a:pt x="3254995" y="2577328"/>
                  </a:lnTo>
                  <a:lnTo>
                    <a:pt x="2173377" y="1715774"/>
                  </a:lnTo>
                  <a:lnTo>
                    <a:pt x="1247281" y="996917"/>
                  </a:lnTo>
                  <a:lnTo>
                    <a:pt x="2263" y="1877"/>
                  </a:lnTo>
                  <a:lnTo>
                    <a:pt x="0" y="0"/>
                  </a:lnTo>
                  <a:lnTo>
                    <a:pt x="151473" y="0"/>
                  </a:lnTo>
                  <a:close/>
                </a:path>
                <a:path w="4876165" h="3997325">
                  <a:moveTo>
                    <a:pt x="4641375" y="3791772"/>
                  </a:moveTo>
                  <a:lnTo>
                    <a:pt x="4811987" y="3933309"/>
                  </a:lnTo>
                  <a:lnTo>
                    <a:pt x="4774961" y="3905559"/>
                  </a:lnTo>
                  <a:lnTo>
                    <a:pt x="4739413" y="3884964"/>
                  </a:lnTo>
                  <a:lnTo>
                    <a:pt x="4641375" y="3791772"/>
                  </a:lnTo>
                  <a:close/>
                </a:path>
                <a:path w="4876165" h="3997325">
                  <a:moveTo>
                    <a:pt x="3128543" y="0"/>
                  </a:moveTo>
                  <a:lnTo>
                    <a:pt x="3376079" y="205352"/>
                  </a:lnTo>
                  <a:lnTo>
                    <a:pt x="4875687" y="1481373"/>
                  </a:lnTo>
                  <a:lnTo>
                    <a:pt x="4875687" y="3996838"/>
                  </a:lnTo>
                  <a:lnTo>
                    <a:pt x="4847855" y="3966030"/>
                  </a:lnTo>
                  <a:lnTo>
                    <a:pt x="4811987" y="3933309"/>
                  </a:lnTo>
                  <a:lnTo>
                    <a:pt x="4641375" y="3791772"/>
                  </a:lnTo>
                  <a:lnTo>
                    <a:pt x="4294757" y="3469014"/>
                  </a:lnTo>
                  <a:lnTo>
                    <a:pt x="3993102" y="3198003"/>
                  </a:lnTo>
                  <a:lnTo>
                    <a:pt x="3882238" y="3100983"/>
                  </a:lnTo>
                  <a:lnTo>
                    <a:pt x="3882683" y="3101352"/>
                  </a:lnTo>
                  <a:lnTo>
                    <a:pt x="3730251" y="2970368"/>
                  </a:lnTo>
                  <a:lnTo>
                    <a:pt x="3731714" y="2971581"/>
                  </a:lnTo>
                  <a:lnTo>
                    <a:pt x="3652812" y="2904892"/>
                  </a:lnTo>
                  <a:lnTo>
                    <a:pt x="151473" y="0"/>
                  </a:lnTo>
                  <a:lnTo>
                    <a:pt x="3128543" y="0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70251" y="0"/>
              <a:ext cx="4717748" cy="451832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4938953" y="8834239"/>
              <a:ext cx="2176145" cy="354330"/>
            </a:xfrm>
            <a:custGeom>
              <a:avLst/>
              <a:gdLst/>
              <a:ahLst/>
              <a:cxnLst/>
              <a:rect l="l" t="t" r="r" b="b"/>
              <a:pathLst>
                <a:path w="2176144" h="354329">
                  <a:moveTo>
                    <a:pt x="365621" y="236220"/>
                  </a:moveTo>
                  <a:lnTo>
                    <a:pt x="239727" y="236220"/>
                  </a:lnTo>
                  <a:lnTo>
                    <a:pt x="281325" y="229870"/>
                  </a:lnTo>
                  <a:lnTo>
                    <a:pt x="331361" y="213360"/>
                  </a:lnTo>
                  <a:lnTo>
                    <a:pt x="354970" y="201930"/>
                  </a:lnTo>
                  <a:lnTo>
                    <a:pt x="351893" y="195580"/>
                  </a:lnTo>
                  <a:lnTo>
                    <a:pt x="349204" y="189230"/>
                  </a:lnTo>
                  <a:lnTo>
                    <a:pt x="346904" y="182880"/>
                  </a:lnTo>
                  <a:lnTo>
                    <a:pt x="344993" y="175260"/>
                  </a:lnTo>
                  <a:lnTo>
                    <a:pt x="341453" y="146050"/>
                  </a:lnTo>
                  <a:lnTo>
                    <a:pt x="344896" y="114300"/>
                  </a:lnTo>
                  <a:lnTo>
                    <a:pt x="372021" y="50800"/>
                  </a:lnTo>
                  <a:lnTo>
                    <a:pt x="413951" y="7620"/>
                  </a:lnTo>
                  <a:lnTo>
                    <a:pt x="437445" y="0"/>
                  </a:lnTo>
                  <a:lnTo>
                    <a:pt x="461267" y="0"/>
                  </a:lnTo>
                  <a:lnTo>
                    <a:pt x="495154" y="19050"/>
                  </a:lnTo>
                  <a:lnTo>
                    <a:pt x="504919" y="34290"/>
                  </a:lnTo>
                  <a:lnTo>
                    <a:pt x="449266" y="34290"/>
                  </a:lnTo>
                  <a:lnTo>
                    <a:pt x="435936" y="36830"/>
                  </a:lnTo>
                  <a:lnTo>
                    <a:pt x="402052" y="69850"/>
                  </a:lnTo>
                  <a:lnTo>
                    <a:pt x="382474" y="110490"/>
                  </a:lnTo>
                  <a:lnTo>
                    <a:pt x="377212" y="138430"/>
                  </a:lnTo>
                  <a:lnTo>
                    <a:pt x="378700" y="157480"/>
                  </a:lnTo>
                  <a:lnTo>
                    <a:pt x="378799" y="158750"/>
                  </a:lnTo>
                  <a:lnTo>
                    <a:pt x="378898" y="160020"/>
                  </a:lnTo>
                  <a:lnTo>
                    <a:pt x="378997" y="161290"/>
                  </a:lnTo>
                  <a:lnTo>
                    <a:pt x="379096" y="162560"/>
                  </a:lnTo>
                  <a:lnTo>
                    <a:pt x="379195" y="163830"/>
                  </a:lnTo>
                  <a:lnTo>
                    <a:pt x="379295" y="165100"/>
                  </a:lnTo>
                  <a:lnTo>
                    <a:pt x="379394" y="166370"/>
                  </a:lnTo>
                  <a:lnTo>
                    <a:pt x="379493" y="167640"/>
                  </a:lnTo>
                  <a:lnTo>
                    <a:pt x="381051" y="172720"/>
                  </a:lnTo>
                  <a:lnTo>
                    <a:pt x="383268" y="179070"/>
                  </a:lnTo>
                  <a:lnTo>
                    <a:pt x="386141" y="185420"/>
                  </a:lnTo>
                  <a:lnTo>
                    <a:pt x="447147" y="185420"/>
                  </a:lnTo>
                  <a:lnTo>
                    <a:pt x="441645" y="190500"/>
                  </a:lnTo>
                  <a:lnTo>
                    <a:pt x="407180" y="213360"/>
                  </a:lnTo>
                  <a:lnTo>
                    <a:pt x="412736" y="218440"/>
                  </a:lnTo>
                  <a:lnTo>
                    <a:pt x="418561" y="223520"/>
                  </a:lnTo>
                  <a:lnTo>
                    <a:pt x="424656" y="228600"/>
                  </a:lnTo>
                  <a:lnTo>
                    <a:pt x="428899" y="231140"/>
                  </a:lnTo>
                  <a:lnTo>
                    <a:pt x="375299" y="231140"/>
                  </a:lnTo>
                  <a:lnTo>
                    <a:pt x="365621" y="236220"/>
                  </a:lnTo>
                  <a:close/>
                </a:path>
                <a:path w="2176144" h="354329">
                  <a:moveTo>
                    <a:pt x="713645" y="262890"/>
                  </a:moveTo>
                  <a:lnTo>
                    <a:pt x="555152" y="262890"/>
                  </a:lnTo>
                  <a:lnTo>
                    <a:pt x="597496" y="261620"/>
                  </a:lnTo>
                  <a:lnTo>
                    <a:pt x="642415" y="254000"/>
                  </a:lnTo>
                  <a:lnTo>
                    <a:pt x="687277" y="236220"/>
                  </a:lnTo>
                  <a:lnTo>
                    <a:pt x="691054" y="234950"/>
                  </a:lnTo>
                  <a:lnTo>
                    <a:pt x="694753" y="232410"/>
                  </a:lnTo>
                  <a:lnTo>
                    <a:pt x="698380" y="229870"/>
                  </a:lnTo>
                  <a:lnTo>
                    <a:pt x="690772" y="213360"/>
                  </a:lnTo>
                  <a:lnTo>
                    <a:pt x="685330" y="196850"/>
                  </a:lnTo>
                  <a:lnTo>
                    <a:pt x="682054" y="179070"/>
                  </a:lnTo>
                  <a:lnTo>
                    <a:pt x="681817" y="175260"/>
                  </a:lnTo>
                  <a:lnTo>
                    <a:pt x="681737" y="173990"/>
                  </a:lnTo>
                  <a:lnTo>
                    <a:pt x="681658" y="172720"/>
                  </a:lnTo>
                  <a:lnTo>
                    <a:pt x="681579" y="171450"/>
                  </a:lnTo>
                  <a:lnTo>
                    <a:pt x="681499" y="170180"/>
                  </a:lnTo>
                  <a:lnTo>
                    <a:pt x="681420" y="168910"/>
                  </a:lnTo>
                  <a:lnTo>
                    <a:pt x="681341" y="167640"/>
                  </a:lnTo>
                  <a:lnTo>
                    <a:pt x="681261" y="166370"/>
                  </a:lnTo>
                  <a:lnTo>
                    <a:pt x="681182" y="165100"/>
                  </a:lnTo>
                  <a:lnTo>
                    <a:pt x="681103" y="163830"/>
                  </a:lnTo>
                  <a:lnTo>
                    <a:pt x="681024" y="162560"/>
                  </a:lnTo>
                  <a:lnTo>
                    <a:pt x="680944" y="161290"/>
                  </a:lnTo>
                  <a:lnTo>
                    <a:pt x="697000" y="96520"/>
                  </a:lnTo>
                  <a:lnTo>
                    <a:pt x="716596" y="59690"/>
                  </a:lnTo>
                  <a:lnTo>
                    <a:pt x="749427" y="31750"/>
                  </a:lnTo>
                  <a:lnTo>
                    <a:pt x="761965" y="27940"/>
                  </a:lnTo>
                  <a:lnTo>
                    <a:pt x="768574" y="27940"/>
                  </a:lnTo>
                  <a:lnTo>
                    <a:pt x="812797" y="60960"/>
                  </a:lnTo>
                  <a:lnTo>
                    <a:pt x="813197" y="63500"/>
                  </a:lnTo>
                  <a:lnTo>
                    <a:pt x="764921" y="63500"/>
                  </a:lnTo>
                  <a:lnTo>
                    <a:pt x="762773" y="64770"/>
                  </a:lnTo>
                  <a:lnTo>
                    <a:pt x="729918" y="109220"/>
                  </a:lnTo>
                  <a:lnTo>
                    <a:pt x="716516" y="161290"/>
                  </a:lnTo>
                  <a:lnTo>
                    <a:pt x="716593" y="162560"/>
                  </a:lnTo>
                  <a:lnTo>
                    <a:pt x="716670" y="163830"/>
                  </a:lnTo>
                  <a:lnTo>
                    <a:pt x="716747" y="165100"/>
                  </a:lnTo>
                  <a:lnTo>
                    <a:pt x="716824" y="166370"/>
                  </a:lnTo>
                  <a:lnTo>
                    <a:pt x="716901" y="167640"/>
                  </a:lnTo>
                  <a:lnTo>
                    <a:pt x="716978" y="168910"/>
                  </a:lnTo>
                  <a:lnTo>
                    <a:pt x="717055" y="170180"/>
                  </a:lnTo>
                  <a:lnTo>
                    <a:pt x="717132" y="171450"/>
                  </a:lnTo>
                  <a:lnTo>
                    <a:pt x="717209" y="172720"/>
                  </a:lnTo>
                  <a:lnTo>
                    <a:pt x="719248" y="185420"/>
                  </a:lnTo>
                  <a:lnTo>
                    <a:pt x="722633" y="196850"/>
                  </a:lnTo>
                  <a:lnTo>
                    <a:pt x="727362" y="209550"/>
                  </a:lnTo>
                  <a:lnTo>
                    <a:pt x="774611" y="209550"/>
                  </a:lnTo>
                  <a:lnTo>
                    <a:pt x="766383" y="219710"/>
                  </a:lnTo>
                  <a:lnTo>
                    <a:pt x="747160" y="238760"/>
                  </a:lnTo>
                  <a:lnTo>
                    <a:pt x="758915" y="250190"/>
                  </a:lnTo>
                  <a:lnTo>
                    <a:pt x="771811" y="260350"/>
                  </a:lnTo>
                  <a:lnTo>
                    <a:pt x="718452" y="260350"/>
                  </a:lnTo>
                  <a:lnTo>
                    <a:pt x="713645" y="262890"/>
                  </a:lnTo>
                  <a:close/>
                </a:path>
                <a:path w="2176144" h="354329">
                  <a:moveTo>
                    <a:pt x="447147" y="185420"/>
                  </a:moveTo>
                  <a:lnTo>
                    <a:pt x="386141" y="185420"/>
                  </a:lnTo>
                  <a:lnTo>
                    <a:pt x="416445" y="165100"/>
                  </a:lnTo>
                  <a:lnTo>
                    <a:pt x="443144" y="140970"/>
                  </a:lnTo>
                  <a:lnTo>
                    <a:pt x="464120" y="115570"/>
                  </a:lnTo>
                  <a:lnTo>
                    <a:pt x="477255" y="88900"/>
                  </a:lnTo>
                  <a:lnTo>
                    <a:pt x="479242" y="78740"/>
                  </a:lnTo>
                  <a:lnTo>
                    <a:pt x="479209" y="76200"/>
                  </a:lnTo>
                  <a:lnTo>
                    <a:pt x="479095" y="67310"/>
                  </a:lnTo>
                  <a:lnTo>
                    <a:pt x="454353" y="34290"/>
                  </a:lnTo>
                  <a:lnTo>
                    <a:pt x="504919" y="34290"/>
                  </a:lnTo>
                  <a:lnTo>
                    <a:pt x="514765" y="72390"/>
                  </a:lnTo>
                  <a:lnTo>
                    <a:pt x="514649" y="76200"/>
                  </a:lnTo>
                  <a:lnTo>
                    <a:pt x="514533" y="80010"/>
                  </a:lnTo>
                  <a:lnTo>
                    <a:pt x="514494" y="81280"/>
                  </a:lnTo>
                  <a:lnTo>
                    <a:pt x="513316" y="90170"/>
                  </a:lnTo>
                  <a:lnTo>
                    <a:pt x="511229" y="99060"/>
                  </a:lnTo>
                  <a:lnTo>
                    <a:pt x="495814" y="132080"/>
                  </a:lnTo>
                  <a:lnTo>
                    <a:pt x="471905" y="162560"/>
                  </a:lnTo>
                  <a:lnTo>
                    <a:pt x="447147" y="185420"/>
                  </a:lnTo>
                  <a:close/>
                </a:path>
                <a:path w="2176144" h="354329">
                  <a:moveTo>
                    <a:pt x="1758927" y="322580"/>
                  </a:moveTo>
                  <a:lnTo>
                    <a:pt x="1603835" y="322580"/>
                  </a:lnTo>
                  <a:lnTo>
                    <a:pt x="1647842" y="320040"/>
                  </a:lnTo>
                  <a:lnTo>
                    <a:pt x="1690882" y="311150"/>
                  </a:lnTo>
                  <a:lnTo>
                    <a:pt x="1733151" y="295910"/>
                  </a:lnTo>
                  <a:lnTo>
                    <a:pt x="1768604" y="274320"/>
                  </a:lnTo>
                  <a:lnTo>
                    <a:pt x="1779363" y="265430"/>
                  </a:lnTo>
                  <a:lnTo>
                    <a:pt x="1762563" y="245110"/>
                  </a:lnTo>
                  <a:lnTo>
                    <a:pt x="1749294" y="219710"/>
                  </a:lnTo>
                  <a:lnTo>
                    <a:pt x="1740088" y="193040"/>
                  </a:lnTo>
                  <a:lnTo>
                    <a:pt x="1735477" y="162560"/>
                  </a:lnTo>
                  <a:lnTo>
                    <a:pt x="1735515" y="161290"/>
                  </a:lnTo>
                  <a:lnTo>
                    <a:pt x="1735630" y="157480"/>
                  </a:lnTo>
                  <a:lnTo>
                    <a:pt x="1735745" y="153670"/>
                  </a:lnTo>
                  <a:lnTo>
                    <a:pt x="1735860" y="149860"/>
                  </a:lnTo>
                  <a:lnTo>
                    <a:pt x="1735975" y="146050"/>
                  </a:lnTo>
                  <a:lnTo>
                    <a:pt x="1736052" y="143510"/>
                  </a:lnTo>
                  <a:lnTo>
                    <a:pt x="1736167" y="139700"/>
                  </a:lnTo>
                  <a:lnTo>
                    <a:pt x="1736282" y="135890"/>
                  </a:lnTo>
                  <a:lnTo>
                    <a:pt x="1736359" y="133350"/>
                  </a:lnTo>
                  <a:lnTo>
                    <a:pt x="1757872" y="73660"/>
                  </a:lnTo>
                  <a:lnTo>
                    <a:pt x="1792303" y="44450"/>
                  </a:lnTo>
                  <a:lnTo>
                    <a:pt x="1825790" y="36830"/>
                  </a:lnTo>
                  <a:lnTo>
                    <a:pt x="1842768" y="39370"/>
                  </a:lnTo>
                  <a:lnTo>
                    <a:pt x="1881448" y="62230"/>
                  </a:lnTo>
                  <a:lnTo>
                    <a:pt x="1889887" y="72390"/>
                  </a:lnTo>
                  <a:lnTo>
                    <a:pt x="1814188" y="72390"/>
                  </a:lnTo>
                  <a:lnTo>
                    <a:pt x="1806354" y="74930"/>
                  </a:lnTo>
                  <a:lnTo>
                    <a:pt x="1776595" y="113030"/>
                  </a:lnTo>
                  <a:lnTo>
                    <a:pt x="1771382" y="140970"/>
                  </a:lnTo>
                  <a:lnTo>
                    <a:pt x="1771265" y="146050"/>
                  </a:lnTo>
                  <a:lnTo>
                    <a:pt x="1771177" y="149860"/>
                  </a:lnTo>
                  <a:lnTo>
                    <a:pt x="1771060" y="154940"/>
                  </a:lnTo>
                  <a:lnTo>
                    <a:pt x="1770943" y="160020"/>
                  </a:lnTo>
                  <a:lnTo>
                    <a:pt x="1774581" y="184150"/>
                  </a:lnTo>
                  <a:lnTo>
                    <a:pt x="1781779" y="205740"/>
                  </a:lnTo>
                  <a:lnTo>
                    <a:pt x="1792044" y="224790"/>
                  </a:lnTo>
                  <a:lnTo>
                    <a:pt x="1804884" y="241300"/>
                  </a:lnTo>
                  <a:lnTo>
                    <a:pt x="1850860" y="241300"/>
                  </a:lnTo>
                  <a:lnTo>
                    <a:pt x="1845462" y="248920"/>
                  </a:lnTo>
                  <a:lnTo>
                    <a:pt x="1897327" y="271780"/>
                  </a:lnTo>
                  <a:lnTo>
                    <a:pt x="1956494" y="274320"/>
                  </a:lnTo>
                  <a:lnTo>
                    <a:pt x="2095152" y="274320"/>
                  </a:lnTo>
                  <a:lnTo>
                    <a:pt x="2070222" y="287020"/>
                  </a:lnTo>
                  <a:lnTo>
                    <a:pt x="1809325" y="287020"/>
                  </a:lnTo>
                  <a:lnTo>
                    <a:pt x="1795159" y="298450"/>
                  </a:lnTo>
                  <a:lnTo>
                    <a:pt x="1780198" y="309880"/>
                  </a:lnTo>
                  <a:lnTo>
                    <a:pt x="1764443" y="320040"/>
                  </a:lnTo>
                  <a:lnTo>
                    <a:pt x="1758927" y="322580"/>
                  </a:lnTo>
                  <a:close/>
                </a:path>
                <a:path w="2176144" h="354329">
                  <a:moveTo>
                    <a:pt x="1069349" y="290830"/>
                  </a:moveTo>
                  <a:lnTo>
                    <a:pt x="932639" y="290830"/>
                  </a:lnTo>
                  <a:lnTo>
                    <a:pt x="979147" y="285750"/>
                  </a:lnTo>
                  <a:lnTo>
                    <a:pt x="1023989" y="273050"/>
                  </a:lnTo>
                  <a:lnTo>
                    <a:pt x="1065374" y="254000"/>
                  </a:lnTo>
                  <a:lnTo>
                    <a:pt x="1060436" y="248920"/>
                  </a:lnTo>
                  <a:lnTo>
                    <a:pt x="1055930" y="242570"/>
                  </a:lnTo>
                  <a:lnTo>
                    <a:pt x="1051856" y="236220"/>
                  </a:lnTo>
                  <a:lnTo>
                    <a:pt x="1048213" y="228600"/>
                  </a:lnTo>
                  <a:lnTo>
                    <a:pt x="1039955" y="194310"/>
                  </a:lnTo>
                  <a:lnTo>
                    <a:pt x="1040596" y="179070"/>
                  </a:lnTo>
                  <a:lnTo>
                    <a:pt x="1040649" y="177800"/>
                  </a:lnTo>
                  <a:lnTo>
                    <a:pt x="1040756" y="175260"/>
                  </a:lnTo>
                  <a:lnTo>
                    <a:pt x="1040863" y="172720"/>
                  </a:lnTo>
                  <a:lnTo>
                    <a:pt x="1040970" y="170180"/>
                  </a:lnTo>
                  <a:lnTo>
                    <a:pt x="1041077" y="167640"/>
                  </a:lnTo>
                  <a:lnTo>
                    <a:pt x="1041184" y="165100"/>
                  </a:lnTo>
                  <a:lnTo>
                    <a:pt x="1041290" y="162560"/>
                  </a:lnTo>
                  <a:lnTo>
                    <a:pt x="1041397" y="160020"/>
                  </a:lnTo>
                  <a:lnTo>
                    <a:pt x="1041504" y="157480"/>
                  </a:lnTo>
                  <a:lnTo>
                    <a:pt x="1041611" y="154940"/>
                  </a:lnTo>
                  <a:lnTo>
                    <a:pt x="1041718" y="152400"/>
                  </a:lnTo>
                  <a:lnTo>
                    <a:pt x="1053577" y="104140"/>
                  </a:lnTo>
                  <a:lnTo>
                    <a:pt x="1074971" y="64770"/>
                  </a:lnTo>
                  <a:lnTo>
                    <a:pt x="1106949" y="41910"/>
                  </a:lnTo>
                  <a:lnTo>
                    <a:pt x="1125154" y="39370"/>
                  </a:lnTo>
                  <a:lnTo>
                    <a:pt x="1144263" y="41910"/>
                  </a:lnTo>
                  <a:lnTo>
                    <a:pt x="1177464" y="63500"/>
                  </a:lnTo>
                  <a:lnTo>
                    <a:pt x="1184361" y="74930"/>
                  </a:lnTo>
                  <a:lnTo>
                    <a:pt x="1120766" y="74930"/>
                  </a:lnTo>
                  <a:lnTo>
                    <a:pt x="1114958" y="77470"/>
                  </a:lnTo>
                  <a:lnTo>
                    <a:pt x="1085978" y="118110"/>
                  </a:lnTo>
                  <a:lnTo>
                    <a:pt x="1075401" y="182880"/>
                  </a:lnTo>
                  <a:lnTo>
                    <a:pt x="1075334" y="184150"/>
                  </a:lnTo>
                  <a:lnTo>
                    <a:pt x="1075266" y="185420"/>
                  </a:lnTo>
                  <a:lnTo>
                    <a:pt x="1075198" y="186690"/>
                  </a:lnTo>
                  <a:lnTo>
                    <a:pt x="1075130" y="187960"/>
                  </a:lnTo>
                  <a:lnTo>
                    <a:pt x="1075062" y="189230"/>
                  </a:lnTo>
                  <a:lnTo>
                    <a:pt x="1080094" y="213360"/>
                  </a:lnTo>
                  <a:lnTo>
                    <a:pt x="1083228" y="218440"/>
                  </a:lnTo>
                  <a:lnTo>
                    <a:pt x="1086786" y="224790"/>
                  </a:lnTo>
                  <a:lnTo>
                    <a:pt x="1090768" y="228600"/>
                  </a:lnTo>
                  <a:lnTo>
                    <a:pt x="1095172" y="233680"/>
                  </a:lnTo>
                  <a:lnTo>
                    <a:pt x="1145875" y="233680"/>
                  </a:lnTo>
                  <a:lnTo>
                    <a:pt x="1140849" y="240030"/>
                  </a:lnTo>
                  <a:lnTo>
                    <a:pt x="1135639" y="245110"/>
                  </a:lnTo>
                  <a:lnTo>
                    <a:pt x="1130246" y="250190"/>
                  </a:lnTo>
                  <a:lnTo>
                    <a:pt x="1124672" y="255270"/>
                  </a:lnTo>
                  <a:lnTo>
                    <a:pt x="1173688" y="276860"/>
                  </a:lnTo>
                  <a:lnTo>
                    <a:pt x="1180231" y="278130"/>
                  </a:lnTo>
                  <a:lnTo>
                    <a:pt x="1094091" y="278130"/>
                  </a:lnTo>
                  <a:lnTo>
                    <a:pt x="1069349" y="290830"/>
                  </a:lnTo>
                  <a:close/>
                </a:path>
                <a:path w="2176144" h="354329">
                  <a:moveTo>
                    <a:pt x="1395215" y="288290"/>
                  </a:moveTo>
                  <a:lnTo>
                    <a:pt x="1278922" y="288290"/>
                  </a:lnTo>
                  <a:lnTo>
                    <a:pt x="1329575" y="278130"/>
                  </a:lnTo>
                  <a:lnTo>
                    <a:pt x="1375209" y="259080"/>
                  </a:lnTo>
                  <a:lnTo>
                    <a:pt x="1378542" y="256540"/>
                  </a:lnTo>
                  <a:lnTo>
                    <a:pt x="1383904" y="254000"/>
                  </a:lnTo>
                  <a:lnTo>
                    <a:pt x="1390410" y="248920"/>
                  </a:lnTo>
                  <a:lnTo>
                    <a:pt x="1368609" y="194310"/>
                  </a:lnTo>
                  <a:lnTo>
                    <a:pt x="1366983" y="173990"/>
                  </a:lnTo>
                  <a:lnTo>
                    <a:pt x="1366881" y="172720"/>
                  </a:lnTo>
                  <a:lnTo>
                    <a:pt x="1366780" y="171450"/>
                  </a:lnTo>
                  <a:lnTo>
                    <a:pt x="1366678" y="170180"/>
                  </a:lnTo>
                  <a:lnTo>
                    <a:pt x="1366576" y="168910"/>
                  </a:lnTo>
                  <a:lnTo>
                    <a:pt x="1366475" y="167640"/>
                  </a:lnTo>
                  <a:lnTo>
                    <a:pt x="1366373" y="166370"/>
                  </a:lnTo>
                  <a:lnTo>
                    <a:pt x="1366271" y="165100"/>
                  </a:lnTo>
                  <a:lnTo>
                    <a:pt x="1366170" y="163830"/>
                  </a:lnTo>
                  <a:lnTo>
                    <a:pt x="1366068" y="162560"/>
                  </a:lnTo>
                  <a:lnTo>
                    <a:pt x="1365966" y="161290"/>
                  </a:lnTo>
                  <a:lnTo>
                    <a:pt x="1365865" y="160020"/>
                  </a:lnTo>
                  <a:lnTo>
                    <a:pt x="1365763" y="158750"/>
                  </a:lnTo>
                  <a:lnTo>
                    <a:pt x="1371090" y="123190"/>
                  </a:lnTo>
                  <a:lnTo>
                    <a:pt x="1395199" y="76200"/>
                  </a:lnTo>
                  <a:lnTo>
                    <a:pt x="1435266" y="54610"/>
                  </a:lnTo>
                  <a:lnTo>
                    <a:pt x="1450927" y="55880"/>
                  </a:lnTo>
                  <a:lnTo>
                    <a:pt x="1465733" y="62230"/>
                  </a:lnTo>
                  <a:lnTo>
                    <a:pt x="1478813" y="72390"/>
                  </a:lnTo>
                  <a:lnTo>
                    <a:pt x="1489294" y="86360"/>
                  </a:lnTo>
                  <a:lnTo>
                    <a:pt x="1490482" y="90170"/>
                  </a:lnTo>
                  <a:lnTo>
                    <a:pt x="1437666" y="90170"/>
                  </a:lnTo>
                  <a:lnTo>
                    <a:pt x="1432050" y="91440"/>
                  </a:lnTo>
                  <a:lnTo>
                    <a:pt x="1405178" y="133350"/>
                  </a:lnTo>
                  <a:lnTo>
                    <a:pt x="1401266" y="160020"/>
                  </a:lnTo>
                  <a:lnTo>
                    <a:pt x="1403184" y="182880"/>
                  </a:lnTo>
                  <a:lnTo>
                    <a:pt x="1403290" y="184150"/>
                  </a:lnTo>
                  <a:lnTo>
                    <a:pt x="1403397" y="185420"/>
                  </a:lnTo>
                  <a:lnTo>
                    <a:pt x="1403503" y="186690"/>
                  </a:lnTo>
                  <a:lnTo>
                    <a:pt x="1403610" y="187960"/>
                  </a:lnTo>
                  <a:lnTo>
                    <a:pt x="1412245" y="214630"/>
                  </a:lnTo>
                  <a:lnTo>
                    <a:pt x="1414196" y="219710"/>
                  </a:lnTo>
                  <a:lnTo>
                    <a:pt x="1416393" y="223520"/>
                  </a:lnTo>
                  <a:lnTo>
                    <a:pt x="1418838" y="227330"/>
                  </a:lnTo>
                  <a:lnTo>
                    <a:pt x="1467316" y="227330"/>
                  </a:lnTo>
                  <a:lnTo>
                    <a:pt x="1440065" y="256540"/>
                  </a:lnTo>
                  <a:lnTo>
                    <a:pt x="1456978" y="273050"/>
                  </a:lnTo>
                  <a:lnTo>
                    <a:pt x="1463080" y="278130"/>
                  </a:lnTo>
                  <a:lnTo>
                    <a:pt x="1411764" y="278130"/>
                  </a:lnTo>
                  <a:lnTo>
                    <a:pt x="1405643" y="281940"/>
                  </a:lnTo>
                  <a:lnTo>
                    <a:pt x="1395215" y="288290"/>
                  </a:lnTo>
                  <a:close/>
                </a:path>
                <a:path w="2176144" h="354329">
                  <a:moveTo>
                    <a:pt x="774611" y="209550"/>
                  </a:moveTo>
                  <a:lnTo>
                    <a:pt x="727362" y="209550"/>
                  </a:lnTo>
                  <a:lnTo>
                    <a:pt x="742190" y="194310"/>
                  </a:lnTo>
                  <a:lnTo>
                    <a:pt x="754923" y="177800"/>
                  </a:lnTo>
                  <a:lnTo>
                    <a:pt x="765562" y="160020"/>
                  </a:lnTo>
                  <a:lnTo>
                    <a:pt x="774105" y="140970"/>
                  </a:lnTo>
                  <a:lnTo>
                    <a:pt x="779958" y="119380"/>
                  </a:lnTo>
                  <a:lnTo>
                    <a:pt x="782232" y="97790"/>
                  </a:lnTo>
                  <a:lnTo>
                    <a:pt x="782152" y="93980"/>
                  </a:lnTo>
                  <a:lnTo>
                    <a:pt x="782045" y="92710"/>
                  </a:lnTo>
                  <a:lnTo>
                    <a:pt x="781938" y="91440"/>
                  </a:lnTo>
                  <a:lnTo>
                    <a:pt x="781831" y="90170"/>
                  </a:lnTo>
                  <a:lnTo>
                    <a:pt x="781723" y="88900"/>
                  </a:lnTo>
                  <a:lnTo>
                    <a:pt x="781616" y="87630"/>
                  </a:lnTo>
                  <a:lnTo>
                    <a:pt x="781509" y="86360"/>
                  </a:lnTo>
                  <a:lnTo>
                    <a:pt x="781402" y="85090"/>
                  </a:lnTo>
                  <a:lnTo>
                    <a:pt x="781295" y="83820"/>
                  </a:lnTo>
                  <a:lnTo>
                    <a:pt x="781188" y="82550"/>
                  </a:lnTo>
                  <a:lnTo>
                    <a:pt x="781081" y="81280"/>
                  </a:lnTo>
                  <a:lnTo>
                    <a:pt x="780973" y="80010"/>
                  </a:lnTo>
                  <a:lnTo>
                    <a:pt x="769920" y="63500"/>
                  </a:lnTo>
                  <a:lnTo>
                    <a:pt x="813197" y="63500"/>
                  </a:lnTo>
                  <a:lnTo>
                    <a:pt x="817994" y="93980"/>
                  </a:lnTo>
                  <a:lnTo>
                    <a:pt x="814367" y="128270"/>
                  </a:lnTo>
                  <a:lnTo>
                    <a:pt x="807442" y="152400"/>
                  </a:lnTo>
                  <a:lnTo>
                    <a:pt x="796525" y="177800"/>
                  </a:lnTo>
                  <a:lnTo>
                    <a:pt x="782838" y="199390"/>
                  </a:lnTo>
                  <a:lnTo>
                    <a:pt x="774611" y="209550"/>
                  </a:lnTo>
                  <a:close/>
                </a:path>
                <a:path w="2176144" h="354329">
                  <a:moveTo>
                    <a:pt x="1850860" y="241300"/>
                  </a:moveTo>
                  <a:lnTo>
                    <a:pt x="1804884" y="241300"/>
                  </a:lnTo>
                  <a:lnTo>
                    <a:pt x="1814703" y="229870"/>
                  </a:lnTo>
                  <a:lnTo>
                    <a:pt x="1824002" y="218440"/>
                  </a:lnTo>
                  <a:lnTo>
                    <a:pt x="1832783" y="205740"/>
                  </a:lnTo>
                  <a:lnTo>
                    <a:pt x="1841046" y="194310"/>
                  </a:lnTo>
                  <a:lnTo>
                    <a:pt x="1854218" y="168910"/>
                  </a:lnTo>
                  <a:lnTo>
                    <a:pt x="1863687" y="143510"/>
                  </a:lnTo>
                  <a:lnTo>
                    <a:pt x="1867654" y="118110"/>
                  </a:lnTo>
                  <a:lnTo>
                    <a:pt x="1864319" y="97790"/>
                  </a:lnTo>
                  <a:lnTo>
                    <a:pt x="1834210" y="74930"/>
                  </a:lnTo>
                  <a:lnTo>
                    <a:pt x="1830497" y="73660"/>
                  </a:lnTo>
                  <a:lnTo>
                    <a:pt x="1822896" y="73660"/>
                  </a:lnTo>
                  <a:lnTo>
                    <a:pt x="1814188" y="72390"/>
                  </a:lnTo>
                  <a:lnTo>
                    <a:pt x="1889887" y="72390"/>
                  </a:lnTo>
                  <a:lnTo>
                    <a:pt x="1892433" y="76200"/>
                  </a:lnTo>
                  <a:lnTo>
                    <a:pt x="1896722" y="83820"/>
                  </a:lnTo>
                  <a:lnTo>
                    <a:pt x="1903187" y="123190"/>
                  </a:lnTo>
                  <a:lnTo>
                    <a:pt x="1895243" y="162560"/>
                  </a:lnTo>
                  <a:lnTo>
                    <a:pt x="1881621" y="194310"/>
                  </a:lnTo>
                  <a:lnTo>
                    <a:pt x="1871054" y="213360"/>
                  </a:lnTo>
                  <a:lnTo>
                    <a:pt x="1862989" y="224790"/>
                  </a:lnTo>
                  <a:lnTo>
                    <a:pt x="1854458" y="236220"/>
                  </a:lnTo>
                  <a:lnTo>
                    <a:pt x="1850860" y="241300"/>
                  </a:lnTo>
                  <a:close/>
                </a:path>
                <a:path w="2176144" h="354329">
                  <a:moveTo>
                    <a:pt x="1145875" y="233680"/>
                  </a:moveTo>
                  <a:lnTo>
                    <a:pt x="1095158" y="233680"/>
                  </a:lnTo>
                  <a:lnTo>
                    <a:pt x="1101499" y="228600"/>
                  </a:lnTo>
                  <a:lnTo>
                    <a:pt x="1107585" y="222250"/>
                  </a:lnTo>
                  <a:lnTo>
                    <a:pt x="1133529" y="187960"/>
                  </a:lnTo>
                  <a:lnTo>
                    <a:pt x="1155346" y="124460"/>
                  </a:lnTo>
                  <a:lnTo>
                    <a:pt x="1155143" y="119380"/>
                  </a:lnTo>
                  <a:lnTo>
                    <a:pt x="1155093" y="118110"/>
                  </a:lnTo>
                  <a:lnTo>
                    <a:pt x="1154991" y="115570"/>
                  </a:lnTo>
                  <a:lnTo>
                    <a:pt x="1154890" y="113030"/>
                  </a:lnTo>
                  <a:lnTo>
                    <a:pt x="1154789" y="110490"/>
                  </a:lnTo>
                  <a:lnTo>
                    <a:pt x="1154738" y="109220"/>
                  </a:lnTo>
                  <a:lnTo>
                    <a:pt x="1154637" y="106680"/>
                  </a:lnTo>
                  <a:lnTo>
                    <a:pt x="1154586" y="105410"/>
                  </a:lnTo>
                  <a:lnTo>
                    <a:pt x="1154485" y="102870"/>
                  </a:lnTo>
                  <a:lnTo>
                    <a:pt x="1134493" y="76200"/>
                  </a:lnTo>
                  <a:lnTo>
                    <a:pt x="1131759" y="74930"/>
                  </a:lnTo>
                  <a:lnTo>
                    <a:pt x="1184361" y="74930"/>
                  </a:lnTo>
                  <a:lnTo>
                    <a:pt x="1185556" y="77470"/>
                  </a:lnTo>
                  <a:lnTo>
                    <a:pt x="1188218" y="85090"/>
                  </a:lnTo>
                  <a:lnTo>
                    <a:pt x="1190734" y="123190"/>
                  </a:lnTo>
                  <a:lnTo>
                    <a:pt x="1190818" y="124460"/>
                  </a:lnTo>
                  <a:lnTo>
                    <a:pt x="1190902" y="125730"/>
                  </a:lnTo>
                  <a:lnTo>
                    <a:pt x="1180940" y="167640"/>
                  </a:lnTo>
                  <a:lnTo>
                    <a:pt x="1164032" y="207010"/>
                  </a:lnTo>
                  <a:lnTo>
                    <a:pt x="1145875" y="233680"/>
                  </a:lnTo>
                  <a:close/>
                </a:path>
                <a:path w="2176144" h="354329">
                  <a:moveTo>
                    <a:pt x="204502" y="271780"/>
                  </a:moveTo>
                  <a:lnTo>
                    <a:pt x="152430" y="262890"/>
                  </a:lnTo>
                  <a:lnTo>
                    <a:pt x="111755" y="246380"/>
                  </a:lnTo>
                  <a:lnTo>
                    <a:pt x="72671" y="223520"/>
                  </a:lnTo>
                  <a:lnTo>
                    <a:pt x="38708" y="193040"/>
                  </a:lnTo>
                  <a:lnTo>
                    <a:pt x="13400" y="154940"/>
                  </a:lnTo>
                  <a:lnTo>
                    <a:pt x="278" y="109220"/>
                  </a:lnTo>
                  <a:lnTo>
                    <a:pt x="0" y="106680"/>
                  </a:lnTo>
                  <a:lnTo>
                    <a:pt x="89" y="105410"/>
                  </a:lnTo>
                  <a:lnTo>
                    <a:pt x="179" y="104140"/>
                  </a:lnTo>
                  <a:lnTo>
                    <a:pt x="11274" y="90170"/>
                  </a:lnTo>
                  <a:lnTo>
                    <a:pt x="15809" y="90170"/>
                  </a:lnTo>
                  <a:lnTo>
                    <a:pt x="18154" y="88900"/>
                  </a:lnTo>
                  <a:lnTo>
                    <a:pt x="20467" y="88900"/>
                  </a:lnTo>
                  <a:lnTo>
                    <a:pt x="25028" y="90170"/>
                  </a:lnTo>
                  <a:lnTo>
                    <a:pt x="27098" y="91440"/>
                  </a:lnTo>
                  <a:lnTo>
                    <a:pt x="30817" y="95250"/>
                  </a:lnTo>
                  <a:lnTo>
                    <a:pt x="32321" y="96520"/>
                  </a:lnTo>
                  <a:lnTo>
                    <a:pt x="34616" y="100330"/>
                  </a:lnTo>
                  <a:lnTo>
                    <a:pt x="35318" y="102870"/>
                  </a:lnTo>
                  <a:lnTo>
                    <a:pt x="35575" y="105410"/>
                  </a:lnTo>
                  <a:lnTo>
                    <a:pt x="50781" y="148590"/>
                  </a:lnTo>
                  <a:lnTo>
                    <a:pt x="80936" y="184150"/>
                  </a:lnTo>
                  <a:lnTo>
                    <a:pt x="120228" y="210820"/>
                  </a:lnTo>
                  <a:lnTo>
                    <a:pt x="162842" y="228600"/>
                  </a:lnTo>
                  <a:lnTo>
                    <a:pt x="199906" y="236220"/>
                  </a:lnTo>
                  <a:lnTo>
                    <a:pt x="365621" y="236220"/>
                  </a:lnTo>
                  <a:lnTo>
                    <a:pt x="355943" y="241300"/>
                  </a:lnTo>
                  <a:lnTo>
                    <a:pt x="336839" y="248920"/>
                  </a:lnTo>
                  <a:lnTo>
                    <a:pt x="298774" y="261620"/>
                  </a:lnTo>
                  <a:lnTo>
                    <a:pt x="253973" y="270510"/>
                  </a:lnTo>
                  <a:lnTo>
                    <a:pt x="204502" y="271780"/>
                  </a:lnTo>
                  <a:close/>
                </a:path>
                <a:path w="2176144" h="354329">
                  <a:moveTo>
                    <a:pt x="1467316" y="227330"/>
                  </a:moveTo>
                  <a:lnTo>
                    <a:pt x="1418838" y="227330"/>
                  </a:lnTo>
                  <a:lnTo>
                    <a:pt x="1442983" y="203200"/>
                  </a:lnTo>
                  <a:lnTo>
                    <a:pt x="1461543" y="173990"/>
                  </a:lnTo>
                  <a:lnTo>
                    <a:pt x="1468638" y="139700"/>
                  </a:lnTo>
                  <a:lnTo>
                    <a:pt x="1458384" y="104140"/>
                  </a:lnTo>
                  <a:lnTo>
                    <a:pt x="1454410" y="97790"/>
                  </a:lnTo>
                  <a:lnTo>
                    <a:pt x="1446621" y="90170"/>
                  </a:lnTo>
                  <a:lnTo>
                    <a:pt x="1490482" y="90170"/>
                  </a:lnTo>
                  <a:lnTo>
                    <a:pt x="1503942" y="133350"/>
                  </a:lnTo>
                  <a:lnTo>
                    <a:pt x="1497352" y="179070"/>
                  </a:lnTo>
                  <a:lnTo>
                    <a:pt x="1474425" y="219710"/>
                  </a:lnTo>
                  <a:lnTo>
                    <a:pt x="1467316" y="227330"/>
                  </a:lnTo>
                  <a:close/>
                </a:path>
                <a:path w="2176144" h="354329">
                  <a:moveTo>
                    <a:pt x="2095152" y="274320"/>
                  </a:moveTo>
                  <a:lnTo>
                    <a:pt x="1956494" y="274320"/>
                  </a:lnTo>
                  <a:lnTo>
                    <a:pt x="1991265" y="271780"/>
                  </a:lnTo>
                  <a:lnTo>
                    <a:pt x="2022291" y="265430"/>
                  </a:lnTo>
                  <a:lnTo>
                    <a:pt x="2080880" y="242570"/>
                  </a:lnTo>
                  <a:lnTo>
                    <a:pt x="2127181" y="200660"/>
                  </a:lnTo>
                  <a:lnTo>
                    <a:pt x="2142017" y="171450"/>
                  </a:lnTo>
                  <a:lnTo>
                    <a:pt x="2143253" y="170180"/>
                  </a:lnTo>
                  <a:lnTo>
                    <a:pt x="2146508" y="166370"/>
                  </a:lnTo>
                  <a:lnTo>
                    <a:pt x="2148404" y="165100"/>
                  </a:lnTo>
                  <a:lnTo>
                    <a:pt x="2152712" y="163830"/>
                  </a:lnTo>
                  <a:lnTo>
                    <a:pt x="2154970" y="162560"/>
                  </a:lnTo>
                  <a:lnTo>
                    <a:pt x="2159686" y="162560"/>
                  </a:lnTo>
                  <a:lnTo>
                    <a:pt x="2161961" y="163830"/>
                  </a:lnTo>
                  <a:lnTo>
                    <a:pt x="2166352" y="165100"/>
                  </a:lnTo>
                  <a:lnTo>
                    <a:pt x="2175564" y="182880"/>
                  </a:lnTo>
                  <a:lnTo>
                    <a:pt x="2175170" y="185420"/>
                  </a:lnTo>
                  <a:lnTo>
                    <a:pt x="2174323" y="186690"/>
                  </a:lnTo>
                  <a:lnTo>
                    <a:pt x="2156898" y="219710"/>
                  </a:lnTo>
                  <a:lnTo>
                    <a:pt x="2131846" y="248920"/>
                  </a:lnTo>
                  <a:lnTo>
                    <a:pt x="2100138" y="271780"/>
                  </a:lnTo>
                  <a:lnTo>
                    <a:pt x="2095152" y="274320"/>
                  </a:lnTo>
                  <a:close/>
                </a:path>
                <a:path w="2176144" h="354329">
                  <a:moveTo>
                    <a:pt x="565774" y="298450"/>
                  </a:moveTo>
                  <a:lnTo>
                    <a:pt x="513271" y="294640"/>
                  </a:lnTo>
                  <a:lnTo>
                    <a:pt x="457581" y="283210"/>
                  </a:lnTo>
                  <a:lnTo>
                    <a:pt x="412573" y="262890"/>
                  </a:lnTo>
                  <a:lnTo>
                    <a:pt x="375299" y="231140"/>
                  </a:lnTo>
                  <a:lnTo>
                    <a:pt x="428899" y="231140"/>
                  </a:lnTo>
                  <a:lnTo>
                    <a:pt x="431021" y="232410"/>
                  </a:lnTo>
                  <a:lnTo>
                    <a:pt x="449035" y="241300"/>
                  </a:lnTo>
                  <a:lnTo>
                    <a:pt x="469439" y="248920"/>
                  </a:lnTo>
                  <a:lnTo>
                    <a:pt x="492381" y="255270"/>
                  </a:lnTo>
                  <a:lnTo>
                    <a:pt x="518014" y="260350"/>
                  </a:lnTo>
                  <a:lnTo>
                    <a:pt x="555152" y="262890"/>
                  </a:lnTo>
                  <a:lnTo>
                    <a:pt x="713645" y="262890"/>
                  </a:lnTo>
                  <a:lnTo>
                    <a:pt x="703668" y="267970"/>
                  </a:lnTo>
                  <a:lnTo>
                    <a:pt x="661650" y="285750"/>
                  </a:lnTo>
                  <a:lnTo>
                    <a:pt x="615459" y="295910"/>
                  </a:lnTo>
                  <a:lnTo>
                    <a:pt x="565774" y="298450"/>
                  </a:lnTo>
                  <a:close/>
                </a:path>
                <a:path w="2176144" h="354329">
                  <a:moveTo>
                    <a:pt x="888689" y="327660"/>
                  </a:moveTo>
                  <a:lnTo>
                    <a:pt x="836939" y="321310"/>
                  </a:lnTo>
                  <a:lnTo>
                    <a:pt x="789132" y="308610"/>
                  </a:lnTo>
                  <a:lnTo>
                    <a:pt x="750587" y="288290"/>
                  </a:lnTo>
                  <a:lnTo>
                    <a:pt x="718452" y="260350"/>
                  </a:lnTo>
                  <a:lnTo>
                    <a:pt x="771811" y="260350"/>
                  </a:lnTo>
                  <a:lnTo>
                    <a:pt x="785848" y="267970"/>
                  </a:lnTo>
                  <a:lnTo>
                    <a:pt x="801023" y="274320"/>
                  </a:lnTo>
                  <a:lnTo>
                    <a:pt x="841786" y="285750"/>
                  </a:lnTo>
                  <a:lnTo>
                    <a:pt x="886255" y="290830"/>
                  </a:lnTo>
                  <a:lnTo>
                    <a:pt x="1069349" y="290830"/>
                  </a:lnTo>
                  <a:lnTo>
                    <a:pt x="1047082" y="302260"/>
                  </a:lnTo>
                  <a:lnTo>
                    <a:pt x="995811" y="318770"/>
                  </a:lnTo>
                  <a:lnTo>
                    <a:pt x="942329" y="326390"/>
                  </a:lnTo>
                  <a:lnTo>
                    <a:pt x="888689" y="327660"/>
                  </a:lnTo>
                  <a:close/>
                </a:path>
                <a:path w="2176144" h="354329">
                  <a:moveTo>
                    <a:pt x="1252273" y="323850"/>
                  </a:moveTo>
                  <a:lnTo>
                    <a:pt x="1201678" y="318770"/>
                  </a:lnTo>
                  <a:lnTo>
                    <a:pt x="1152366" y="306070"/>
                  </a:lnTo>
                  <a:lnTo>
                    <a:pt x="1106201" y="285750"/>
                  </a:lnTo>
                  <a:lnTo>
                    <a:pt x="1094091" y="278130"/>
                  </a:lnTo>
                  <a:lnTo>
                    <a:pt x="1180231" y="278130"/>
                  </a:lnTo>
                  <a:lnTo>
                    <a:pt x="1226032" y="287020"/>
                  </a:lnTo>
                  <a:lnTo>
                    <a:pt x="1278922" y="288290"/>
                  </a:lnTo>
                  <a:lnTo>
                    <a:pt x="1395215" y="288290"/>
                  </a:lnTo>
                  <a:lnTo>
                    <a:pt x="1393129" y="289560"/>
                  </a:lnTo>
                  <a:lnTo>
                    <a:pt x="1349862" y="308610"/>
                  </a:lnTo>
                  <a:lnTo>
                    <a:pt x="1302289" y="320040"/>
                  </a:lnTo>
                  <a:lnTo>
                    <a:pt x="1252273" y="323850"/>
                  </a:lnTo>
                  <a:close/>
                </a:path>
                <a:path w="2176144" h="354329">
                  <a:moveTo>
                    <a:pt x="1656639" y="354330"/>
                  </a:moveTo>
                  <a:lnTo>
                    <a:pt x="1555739" y="354330"/>
                  </a:lnTo>
                  <a:lnTo>
                    <a:pt x="1528595" y="349250"/>
                  </a:lnTo>
                  <a:lnTo>
                    <a:pt x="1478531" y="331470"/>
                  </a:lnTo>
                  <a:lnTo>
                    <a:pt x="1432413" y="298450"/>
                  </a:lnTo>
                  <a:lnTo>
                    <a:pt x="1411764" y="278130"/>
                  </a:lnTo>
                  <a:lnTo>
                    <a:pt x="1463080" y="278130"/>
                  </a:lnTo>
                  <a:lnTo>
                    <a:pt x="1475284" y="288290"/>
                  </a:lnTo>
                  <a:lnTo>
                    <a:pt x="1493996" y="299720"/>
                  </a:lnTo>
                  <a:lnTo>
                    <a:pt x="1512128" y="307340"/>
                  </a:lnTo>
                  <a:lnTo>
                    <a:pt x="1558662" y="318770"/>
                  </a:lnTo>
                  <a:lnTo>
                    <a:pt x="1603835" y="322580"/>
                  </a:lnTo>
                  <a:lnTo>
                    <a:pt x="1758927" y="322580"/>
                  </a:lnTo>
                  <a:lnTo>
                    <a:pt x="1747894" y="327660"/>
                  </a:lnTo>
                  <a:lnTo>
                    <a:pt x="1714925" y="341630"/>
                  </a:lnTo>
                  <a:lnTo>
                    <a:pt x="1681118" y="350520"/>
                  </a:lnTo>
                  <a:lnTo>
                    <a:pt x="1656639" y="354330"/>
                  </a:lnTo>
                  <a:close/>
                </a:path>
                <a:path w="2176144" h="354329">
                  <a:moveTo>
                    <a:pt x="1947446" y="309880"/>
                  </a:moveTo>
                  <a:lnTo>
                    <a:pt x="1889894" y="307340"/>
                  </a:lnTo>
                  <a:lnTo>
                    <a:pt x="1862912" y="303530"/>
                  </a:lnTo>
                  <a:lnTo>
                    <a:pt x="1835778" y="297180"/>
                  </a:lnTo>
                  <a:lnTo>
                    <a:pt x="1809325" y="287020"/>
                  </a:lnTo>
                  <a:lnTo>
                    <a:pt x="2070222" y="287020"/>
                  </a:lnTo>
                  <a:lnTo>
                    <a:pt x="2062743" y="290830"/>
                  </a:lnTo>
                  <a:lnTo>
                    <a:pt x="2022958" y="302260"/>
                  </a:lnTo>
                  <a:lnTo>
                    <a:pt x="1983831" y="307340"/>
                  </a:lnTo>
                  <a:lnTo>
                    <a:pt x="1947446" y="309880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64566" y="1028699"/>
              <a:ext cx="8578215" cy="9258935"/>
            </a:xfrm>
            <a:custGeom>
              <a:avLst/>
              <a:gdLst/>
              <a:ahLst/>
              <a:cxnLst/>
              <a:rect l="l" t="t" r="r" b="b"/>
              <a:pathLst>
                <a:path w="8578215" h="9258935">
                  <a:moveTo>
                    <a:pt x="4613922" y="9258313"/>
                  </a:moveTo>
                  <a:lnTo>
                    <a:pt x="2109711" y="7204303"/>
                  </a:lnTo>
                  <a:lnTo>
                    <a:pt x="1184135" y="6498691"/>
                  </a:lnTo>
                  <a:lnTo>
                    <a:pt x="1141780" y="6461582"/>
                  </a:lnTo>
                  <a:lnTo>
                    <a:pt x="1111046" y="6444729"/>
                  </a:lnTo>
                  <a:lnTo>
                    <a:pt x="1074915" y="6439713"/>
                  </a:lnTo>
                  <a:lnTo>
                    <a:pt x="1050556" y="6443446"/>
                  </a:lnTo>
                  <a:lnTo>
                    <a:pt x="1033272" y="6457810"/>
                  </a:lnTo>
                  <a:lnTo>
                    <a:pt x="1021283" y="6481419"/>
                  </a:lnTo>
                  <a:lnTo>
                    <a:pt x="1012837" y="6512890"/>
                  </a:lnTo>
                  <a:lnTo>
                    <a:pt x="991057" y="6640462"/>
                  </a:lnTo>
                  <a:lnTo>
                    <a:pt x="979093" y="6689395"/>
                  </a:lnTo>
                  <a:lnTo>
                    <a:pt x="961834" y="6739217"/>
                  </a:lnTo>
                  <a:lnTo>
                    <a:pt x="937514" y="6788531"/>
                  </a:lnTo>
                  <a:lnTo>
                    <a:pt x="904367" y="6835940"/>
                  </a:lnTo>
                  <a:lnTo>
                    <a:pt x="862203" y="6878421"/>
                  </a:lnTo>
                  <a:lnTo>
                    <a:pt x="822388" y="6905422"/>
                  </a:lnTo>
                  <a:lnTo>
                    <a:pt x="750125" y="6936486"/>
                  </a:lnTo>
                  <a:lnTo>
                    <a:pt x="717892" y="6952348"/>
                  </a:lnTo>
                  <a:lnTo>
                    <a:pt x="688365" y="6976262"/>
                  </a:lnTo>
                  <a:lnTo>
                    <a:pt x="661644" y="7014134"/>
                  </a:lnTo>
                  <a:lnTo>
                    <a:pt x="647090" y="7060501"/>
                  </a:lnTo>
                  <a:lnTo>
                    <a:pt x="643928" y="7105193"/>
                  </a:lnTo>
                  <a:lnTo>
                    <a:pt x="648360" y="7148779"/>
                  </a:lnTo>
                  <a:lnTo>
                    <a:pt x="664819" y="7234834"/>
                  </a:lnTo>
                  <a:lnTo>
                    <a:pt x="669251" y="7278421"/>
                  </a:lnTo>
                  <a:lnTo>
                    <a:pt x="666089" y="7323112"/>
                  </a:lnTo>
                  <a:lnTo>
                    <a:pt x="651522" y="7369480"/>
                  </a:lnTo>
                  <a:lnTo>
                    <a:pt x="617156" y="7423137"/>
                  </a:lnTo>
                  <a:lnTo>
                    <a:pt x="558647" y="7457872"/>
                  </a:lnTo>
                  <a:lnTo>
                    <a:pt x="451180" y="7492924"/>
                  </a:lnTo>
                  <a:lnTo>
                    <a:pt x="371335" y="7516596"/>
                  </a:lnTo>
                  <a:lnTo>
                    <a:pt x="322173" y="7534084"/>
                  </a:lnTo>
                  <a:lnTo>
                    <a:pt x="275729" y="7556208"/>
                  </a:lnTo>
                  <a:lnTo>
                    <a:pt x="232168" y="7582611"/>
                  </a:lnTo>
                  <a:lnTo>
                    <a:pt x="191668" y="7612989"/>
                  </a:lnTo>
                  <a:lnTo>
                    <a:pt x="154419" y="7647013"/>
                  </a:lnTo>
                  <a:lnTo>
                    <a:pt x="120586" y="7684338"/>
                  </a:lnTo>
                  <a:lnTo>
                    <a:pt x="90360" y="7724648"/>
                  </a:lnTo>
                  <a:lnTo>
                    <a:pt x="63893" y="7767625"/>
                  </a:lnTo>
                  <a:lnTo>
                    <a:pt x="41389" y="7812926"/>
                  </a:lnTo>
                  <a:lnTo>
                    <a:pt x="8064" y="7897000"/>
                  </a:lnTo>
                  <a:lnTo>
                    <a:pt x="0" y="7937995"/>
                  </a:lnTo>
                  <a:lnTo>
                    <a:pt x="5092" y="7981010"/>
                  </a:lnTo>
                  <a:lnTo>
                    <a:pt x="29603" y="8023847"/>
                  </a:lnTo>
                  <a:lnTo>
                    <a:pt x="57988" y="8058213"/>
                  </a:lnTo>
                  <a:lnTo>
                    <a:pt x="91287" y="8091983"/>
                  </a:lnTo>
                  <a:lnTo>
                    <a:pt x="167259" y="8157591"/>
                  </a:lnTo>
                  <a:lnTo>
                    <a:pt x="1537690" y="9258313"/>
                  </a:lnTo>
                  <a:lnTo>
                    <a:pt x="4613922" y="9258313"/>
                  </a:lnTo>
                  <a:close/>
                </a:path>
                <a:path w="8578215" h="9258935">
                  <a:moveTo>
                    <a:pt x="6892531" y="7928597"/>
                  </a:moveTo>
                  <a:lnTo>
                    <a:pt x="6823913" y="7924508"/>
                  </a:lnTo>
                  <a:lnTo>
                    <a:pt x="6767131" y="7919364"/>
                  </a:lnTo>
                  <a:lnTo>
                    <a:pt x="6721018" y="7911960"/>
                  </a:lnTo>
                  <a:lnTo>
                    <a:pt x="6684340" y="7901102"/>
                  </a:lnTo>
                  <a:lnTo>
                    <a:pt x="6634569" y="7864208"/>
                  </a:lnTo>
                  <a:lnTo>
                    <a:pt x="6608216" y="7799121"/>
                  </a:lnTo>
                  <a:lnTo>
                    <a:pt x="6600838" y="7752994"/>
                  </a:lnTo>
                  <a:lnTo>
                    <a:pt x="6595719" y="7696213"/>
                  </a:lnTo>
                  <a:lnTo>
                    <a:pt x="6591668" y="7627594"/>
                  </a:lnTo>
                  <a:lnTo>
                    <a:pt x="6587591" y="7696213"/>
                  </a:lnTo>
                  <a:lnTo>
                    <a:pt x="6582435" y="7752994"/>
                  </a:lnTo>
                  <a:lnTo>
                    <a:pt x="6575031" y="7799121"/>
                  </a:lnTo>
                  <a:lnTo>
                    <a:pt x="6564173" y="7835786"/>
                  </a:lnTo>
                  <a:lnTo>
                    <a:pt x="6527292" y="7885582"/>
                  </a:lnTo>
                  <a:lnTo>
                    <a:pt x="6462192" y="7911960"/>
                  </a:lnTo>
                  <a:lnTo>
                    <a:pt x="6416065" y="7919364"/>
                  </a:lnTo>
                  <a:lnTo>
                    <a:pt x="6359296" y="7924508"/>
                  </a:lnTo>
                  <a:lnTo>
                    <a:pt x="6290665" y="7928597"/>
                  </a:lnTo>
                  <a:lnTo>
                    <a:pt x="6359296" y="7932648"/>
                  </a:lnTo>
                  <a:lnTo>
                    <a:pt x="6416065" y="7937767"/>
                  </a:lnTo>
                  <a:lnTo>
                    <a:pt x="6462192" y="7945145"/>
                  </a:lnTo>
                  <a:lnTo>
                    <a:pt x="6498869" y="7955991"/>
                  </a:lnTo>
                  <a:lnTo>
                    <a:pt x="6548653" y="7992846"/>
                  </a:lnTo>
                  <a:lnTo>
                    <a:pt x="6575031" y="8057934"/>
                  </a:lnTo>
                  <a:lnTo>
                    <a:pt x="6582435" y="8104060"/>
                  </a:lnTo>
                  <a:lnTo>
                    <a:pt x="6587591" y="8160829"/>
                  </a:lnTo>
                  <a:lnTo>
                    <a:pt x="6591668" y="8229460"/>
                  </a:lnTo>
                  <a:lnTo>
                    <a:pt x="6595719" y="8160829"/>
                  </a:lnTo>
                  <a:lnTo>
                    <a:pt x="6600838" y="8104060"/>
                  </a:lnTo>
                  <a:lnTo>
                    <a:pt x="6608216" y="8057934"/>
                  </a:lnTo>
                  <a:lnTo>
                    <a:pt x="6619062" y="8021269"/>
                  </a:lnTo>
                  <a:lnTo>
                    <a:pt x="6655930" y="7971498"/>
                  </a:lnTo>
                  <a:lnTo>
                    <a:pt x="6721018" y="7945145"/>
                  </a:lnTo>
                  <a:lnTo>
                    <a:pt x="6767131" y="7937767"/>
                  </a:lnTo>
                  <a:lnTo>
                    <a:pt x="6823913" y="7932648"/>
                  </a:lnTo>
                  <a:lnTo>
                    <a:pt x="6892531" y="7928597"/>
                  </a:lnTo>
                  <a:close/>
                </a:path>
                <a:path w="8578215" h="9258935">
                  <a:moveTo>
                    <a:pt x="8577897" y="301015"/>
                  </a:moveTo>
                  <a:lnTo>
                    <a:pt x="8509267" y="296926"/>
                  </a:lnTo>
                  <a:lnTo>
                    <a:pt x="8452498" y="291782"/>
                  </a:lnTo>
                  <a:lnTo>
                    <a:pt x="8406371" y="284378"/>
                  </a:lnTo>
                  <a:lnTo>
                    <a:pt x="8369706" y="273507"/>
                  </a:lnTo>
                  <a:lnTo>
                    <a:pt x="8319922" y="236626"/>
                  </a:lnTo>
                  <a:lnTo>
                    <a:pt x="8293582" y="171526"/>
                  </a:lnTo>
                  <a:lnTo>
                    <a:pt x="8286204" y="125399"/>
                  </a:lnTo>
                  <a:lnTo>
                    <a:pt x="8281086" y="68630"/>
                  </a:lnTo>
                  <a:lnTo>
                    <a:pt x="8277034" y="0"/>
                  </a:lnTo>
                  <a:lnTo>
                    <a:pt x="8272945" y="68630"/>
                  </a:lnTo>
                  <a:lnTo>
                    <a:pt x="8267801" y="125399"/>
                  </a:lnTo>
                  <a:lnTo>
                    <a:pt x="8260397" y="171526"/>
                  </a:lnTo>
                  <a:lnTo>
                    <a:pt x="8249539" y="208203"/>
                  </a:lnTo>
                  <a:lnTo>
                    <a:pt x="8212645" y="258000"/>
                  </a:lnTo>
                  <a:lnTo>
                    <a:pt x="8147545" y="284378"/>
                  </a:lnTo>
                  <a:lnTo>
                    <a:pt x="8101431" y="291782"/>
                  </a:lnTo>
                  <a:lnTo>
                    <a:pt x="8044650" y="296926"/>
                  </a:lnTo>
                  <a:lnTo>
                    <a:pt x="7976032" y="301015"/>
                  </a:lnTo>
                  <a:lnTo>
                    <a:pt x="8044650" y="305066"/>
                  </a:lnTo>
                  <a:lnTo>
                    <a:pt x="8101431" y="310172"/>
                  </a:lnTo>
                  <a:lnTo>
                    <a:pt x="8147545" y="317563"/>
                  </a:lnTo>
                  <a:lnTo>
                    <a:pt x="8184223" y="328396"/>
                  </a:lnTo>
                  <a:lnTo>
                    <a:pt x="8234019" y="365264"/>
                  </a:lnTo>
                  <a:lnTo>
                    <a:pt x="8260397" y="430352"/>
                  </a:lnTo>
                  <a:lnTo>
                    <a:pt x="8267801" y="476478"/>
                  </a:lnTo>
                  <a:lnTo>
                    <a:pt x="8272945" y="533247"/>
                  </a:lnTo>
                  <a:lnTo>
                    <a:pt x="8277034" y="601865"/>
                  </a:lnTo>
                  <a:lnTo>
                    <a:pt x="8281086" y="533247"/>
                  </a:lnTo>
                  <a:lnTo>
                    <a:pt x="8286204" y="476478"/>
                  </a:lnTo>
                  <a:lnTo>
                    <a:pt x="8293582" y="430352"/>
                  </a:lnTo>
                  <a:lnTo>
                    <a:pt x="8304428" y="393674"/>
                  </a:lnTo>
                  <a:lnTo>
                    <a:pt x="8341284" y="343903"/>
                  </a:lnTo>
                  <a:lnTo>
                    <a:pt x="8406371" y="317563"/>
                  </a:lnTo>
                  <a:lnTo>
                    <a:pt x="8452498" y="310172"/>
                  </a:lnTo>
                  <a:lnTo>
                    <a:pt x="8509267" y="305066"/>
                  </a:lnTo>
                  <a:lnTo>
                    <a:pt x="8577897" y="301015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05021" y="9639172"/>
              <a:ext cx="571500" cy="648335"/>
            </a:xfrm>
            <a:custGeom>
              <a:avLst/>
              <a:gdLst/>
              <a:ahLst/>
              <a:cxnLst/>
              <a:rect l="l" t="t" r="r" b="b"/>
              <a:pathLst>
                <a:path w="571500" h="648334">
                  <a:moveTo>
                    <a:pt x="571347" y="647827"/>
                  </a:moveTo>
                  <a:lnTo>
                    <a:pt x="401662" y="431114"/>
                  </a:lnTo>
                  <a:lnTo>
                    <a:pt x="459422" y="385013"/>
                  </a:lnTo>
                  <a:lnTo>
                    <a:pt x="444220" y="370090"/>
                  </a:lnTo>
                  <a:lnTo>
                    <a:pt x="432485" y="358559"/>
                  </a:lnTo>
                  <a:lnTo>
                    <a:pt x="425881" y="354241"/>
                  </a:lnTo>
                  <a:lnTo>
                    <a:pt x="410819" y="344385"/>
                  </a:lnTo>
                  <a:lnTo>
                    <a:pt x="359371" y="385457"/>
                  </a:lnTo>
                  <a:lnTo>
                    <a:pt x="158242" y="128549"/>
                  </a:lnTo>
                  <a:lnTo>
                    <a:pt x="121488" y="104584"/>
                  </a:lnTo>
                  <a:lnTo>
                    <a:pt x="82511" y="66459"/>
                  </a:lnTo>
                  <a:lnTo>
                    <a:pt x="49491" y="44932"/>
                  </a:lnTo>
                  <a:lnTo>
                    <a:pt x="43535" y="41059"/>
                  </a:lnTo>
                  <a:lnTo>
                    <a:pt x="4546" y="2959"/>
                  </a:lnTo>
                  <a:lnTo>
                    <a:pt x="0" y="0"/>
                  </a:lnTo>
                  <a:lnTo>
                    <a:pt x="11684" y="14630"/>
                  </a:lnTo>
                  <a:lnTo>
                    <a:pt x="217043" y="271919"/>
                  </a:lnTo>
                  <a:lnTo>
                    <a:pt x="327787" y="410667"/>
                  </a:lnTo>
                  <a:lnTo>
                    <a:pt x="327444" y="410946"/>
                  </a:lnTo>
                  <a:lnTo>
                    <a:pt x="516521" y="647827"/>
                  </a:lnTo>
                  <a:lnTo>
                    <a:pt x="571347" y="647827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1335" y="7970490"/>
              <a:ext cx="152840" cy="141349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82103" y="7670139"/>
              <a:ext cx="3803650" cy="2617470"/>
            </a:xfrm>
            <a:custGeom>
              <a:avLst/>
              <a:gdLst/>
              <a:ahLst/>
              <a:cxnLst/>
              <a:rect l="l" t="t" r="r" b="b"/>
              <a:pathLst>
                <a:path w="3803650" h="2617470">
                  <a:moveTo>
                    <a:pt x="3203816" y="1956587"/>
                  </a:moveTo>
                  <a:lnTo>
                    <a:pt x="3188462" y="1946592"/>
                  </a:lnTo>
                  <a:lnTo>
                    <a:pt x="3171774" y="1930298"/>
                  </a:lnTo>
                  <a:lnTo>
                    <a:pt x="3164840" y="1923529"/>
                  </a:lnTo>
                  <a:lnTo>
                    <a:pt x="2758617" y="2247760"/>
                  </a:lnTo>
                  <a:lnTo>
                    <a:pt x="2417622" y="1820532"/>
                  </a:lnTo>
                  <a:lnTo>
                    <a:pt x="2734284" y="1567764"/>
                  </a:lnTo>
                  <a:lnTo>
                    <a:pt x="2721368" y="1555229"/>
                  </a:lnTo>
                  <a:lnTo>
                    <a:pt x="2716022" y="1550047"/>
                  </a:lnTo>
                  <a:lnTo>
                    <a:pt x="2702268" y="1536687"/>
                  </a:lnTo>
                  <a:lnTo>
                    <a:pt x="2689402" y="1524190"/>
                  </a:lnTo>
                  <a:lnTo>
                    <a:pt x="2379256" y="1771751"/>
                  </a:lnTo>
                  <a:lnTo>
                    <a:pt x="2330450" y="1710613"/>
                  </a:lnTo>
                  <a:lnTo>
                    <a:pt x="2330450" y="1810118"/>
                  </a:lnTo>
                  <a:lnTo>
                    <a:pt x="1902040" y="2152078"/>
                  </a:lnTo>
                  <a:lnTo>
                    <a:pt x="1864385" y="2103120"/>
                  </a:lnTo>
                  <a:lnTo>
                    <a:pt x="1864385" y="2183549"/>
                  </a:lnTo>
                  <a:lnTo>
                    <a:pt x="1421663" y="2524061"/>
                  </a:lnTo>
                  <a:lnTo>
                    <a:pt x="1089901" y="2100313"/>
                  </a:lnTo>
                  <a:lnTo>
                    <a:pt x="1521167" y="1756079"/>
                  </a:lnTo>
                  <a:lnTo>
                    <a:pt x="1521460" y="1756422"/>
                  </a:lnTo>
                  <a:lnTo>
                    <a:pt x="1523034" y="1755165"/>
                  </a:lnTo>
                  <a:lnTo>
                    <a:pt x="1753311" y="2043658"/>
                  </a:lnTo>
                  <a:lnTo>
                    <a:pt x="1864042" y="2182406"/>
                  </a:lnTo>
                  <a:lnTo>
                    <a:pt x="1863699" y="2182672"/>
                  </a:lnTo>
                  <a:lnTo>
                    <a:pt x="1864385" y="2183549"/>
                  </a:lnTo>
                  <a:lnTo>
                    <a:pt x="1864385" y="2103120"/>
                  </a:lnTo>
                  <a:lnTo>
                    <a:pt x="1568729" y="1718703"/>
                  </a:lnTo>
                  <a:lnTo>
                    <a:pt x="1989455" y="1382877"/>
                  </a:lnTo>
                  <a:lnTo>
                    <a:pt x="2182647" y="1624901"/>
                  </a:lnTo>
                  <a:lnTo>
                    <a:pt x="2330450" y="1810118"/>
                  </a:lnTo>
                  <a:lnTo>
                    <a:pt x="2330450" y="1710613"/>
                  </a:lnTo>
                  <a:lnTo>
                    <a:pt x="2044141" y="1351902"/>
                  </a:lnTo>
                  <a:lnTo>
                    <a:pt x="2259368" y="1180096"/>
                  </a:lnTo>
                  <a:lnTo>
                    <a:pt x="2246630" y="1171892"/>
                  </a:lnTo>
                  <a:lnTo>
                    <a:pt x="2243099" y="1168488"/>
                  </a:lnTo>
                  <a:lnTo>
                    <a:pt x="2217166" y="1143469"/>
                  </a:lnTo>
                  <a:lnTo>
                    <a:pt x="2213800" y="1140231"/>
                  </a:lnTo>
                  <a:lnTo>
                    <a:pt x="2213470" y="1140485"/>
                  </a:lnTo>
                  <a:lnTo>
                    <a:pt x="2006955" y="1305306"/>
                  </a:lnTo>
                  <a:lnTo>
                    <a:pt x="2006688" y="1304963"/>
                  </a:lnTo>
                  <a:lnTo>
                    <a:pt x="2005088" y="1306245"/>
                  </a:lnTo>
                  <a:lnTo>
                    <a:pt x="1967839" y="1259586"/>
                  </a:lnTo>
                  <a:lnTo>
                    <a:pt x="1967839" y="1335976"/>
                  </a:lnTo>
                  <a:lnTo>
                    <a:pt x="1538668" y="1678520"/>
                  </a:lnTo>
                  <a:lnTo>
                    <a:pt x="1482598" y="1608277"/>
                  </a:lnTo>
                  <a:lnTo>
                    <a:pt x="1482598" y="1707756"/>
                  </a:lnTo>
                  <a:lnTo>
                    <a:pt x="1049007" y="2056460"/>
                  </a:lnTo>
                  <a:lnTo>
                    <a:pt x="710628" y="1624215"/>
                  </a:lnTo>
                  <a:lnTo>
                    <a:pt x="1141437" y="1280337"/>
                  </a:lnTo>
                  <a:lnTo>
                    <a:pt x="1371993" y="1569173"/>
                  </a:lnTo>
                  <a:lnTo>
                    <a:pt x="1482598" y="1707756"/>
                  </a:lnTo>
                  <a:lnTo>
                    <a:pt x="1482598" y="1608277"/>
                  </a:lnTo>
                  <a:lnTo>
                    <a:pt x="1196124" y="1249362"/>
                  </a:lnTo>
                  <a:lnTo>
                    <a:pt x="1623695" y="908062"/>
                  </a:lnTo>
                  <a:lnTo>
                    <a:pt x="1623987" y="908418"/>
                  </a:lnTo>
                  <a:lnTo>
                    <a:pt x="1625574" y="907161"/>
                  </a:lnTo>
                  <a:lnTo>
                    <a:pt x="1855838" y="1195641"/>
                  </a:lnTo>
                  <a:lnTo>
                    <a:pt x="1967839" y="1335976"/>
                  </a:lnTo>
                  <a:lnTo>
                    <a:pt x="1967839" y="1259586"/>
                  </a:lnTo>
                  <a:lnTo>
                    <a:pt x="1662823" y="877430"/>
                  </a:lnTo>
                  <a:lnTo>
                    <a:pt x="1771116" y="790981"/>
                  </a:lnTo>
                  <a:lnTo>
                    <a:pt x="1771764" y="791514"/>
                  </a:lnTo>
                  <a:lnTo>
                    <a:pt x="1756232" y="776643"/>
                  </a:lnTo>
                  <a:lnTo>
                    <a:pt x="1738884" y="760018"/>
                  </a:lnTo>
                  <a:lnTo>
                    <a:pt x="1734629" y="755942"/>
                  </a:lnTo>
                  <a:lnTo>
                    <a:pt x="1641208" y="830516"/>
                  </a:lnTo>
                  <a:lnTo>
                    <a:pt x="1586522" y="762000"/>
                  </a:lnTo>
                  <a:lnTo>
                    <a:pt x="1586522" y="861491"/>
                  </a:lnTo>
                  <a:lnTo>
                    <a:pt x="1158951" y="1202791"/>
                  </a:lnTo>
                  <a:lnTo>
                    <a:pt x="1158671" y="1202423"/>
                  </a:lnTo>
                  <a:lnTo>
                    <a:pt x="1157224" y="1203579"/>
                  </a:lnTo>
                  <a:lnTo>
                    <a:pt x="1119822" y="1156360"/>
                  </a:lnTo>
                  <a:lnTo>
                    <a:pt x="1119822" y="1233436"/>
                  </a:lnTo>
                  <a:lnTo>
                    <a:pt x="673646" y="1589557"/>
                  </a:lnTo>
                  <a:lnTo>
                    <a:pt x="335127" y="1157185"/>
                  </a:lnTo>
                  <a:lnTo>
                    <a:pt x="775690" y="805535"/>
                  </a:lnTo>
                  <a:lnTo>
                    <a:pt x="775970" y="805878"/>
                  </a:lnTo>
                  <a:lnTo>
                    <a:pt x="777544" y="804621"/>
                  </a:lnTo>
                  <a:lnTo>
                    <a:pt x="1007821" y="1093101"/>
                  </a:lnTo>
                  <a:lnTo>
                    <a:pt x="1119822" y="1233436"/>
                  </a:lnTo>
                  <a:lnTo>
                    <a:pt x="1119822" y="1156360"/>
                  </a:lnTo>
                  <a:lnTo>
                    <a:pt x="816597" y="773455"/>
                  </a:lnTo>
                  <a:lnTo>
                    <a:pt x="1243965" y="432333"/>
                  </a:lnTo>
                  <a:lnTo>
                    <a:pt x="1474533" y="721169"/>
                  </a:lnTo>
                  <a:lnTo>
                    <a:pt x="1586522" y="861491"/>
                  </a:lnTo>
                  <a:lnTo>
                    <a:pt x="1586522" y="762000"/>
                  </a:lnTo>
                  <a:lnTo>
                    <a:pt x="1339672" y="452716"/>
                  </a:lnTo>
                  <a:lnTo>
                    <a:pt x="1332217" y="447992"/>
                  </a:lnTo>
                  <a:lnTo>
                    <a:pt x="1292161" y="409892"/>
                  </a:lnTo>
                  <a:lnTo>
                    <a:pt x="1280960" y="402805"/>
                  </a:lnTo>
                  <a:lnTo>
                    <a:pt x="1277213" y="400431"/>
                  </a:lnTo>
                  <a:lnTo>
                    <a:pt x="1276515" y="399973"/>
                  </a:lnTo>
                  <a:lnTo>
                    <a:pt x="1267282" y="394131"/>
                  </a:lnTo>
                  <a:lnTo>
                    <a:pt x="1252093" y="384492"/>
                  </a:lnTo>
                  <a:lnTo>
                    <a:pt x="1239380" y="372414"/>
                  </a:lnTo>
                  <a:lnTo>
                    <a:pt x="1239050" y="372097"/>
                  </a:lnTo>
                  <a:lnTo>
                    <a:pt x="1211986" y="346392"/>
                  </a:lnTo>
                  <a:lnTo>
                    <a:pt x="1187450" y="330873"/>
                  </a:lnTo>
                  <a:lnTo>
                    <a:pt x="1177353" y="324472"/>
                  </a:lnTo>
                  <a:lnTo>
                    <a:pt x="1224000" y="384098"/>
                  </a:lnTo>
                  <a:lnTo>
                    <a:pt x="1222336" y="385432"/>
                  </a:lnTo>
                  <a:lnTo>
                    <a:pt x="793191" y="727976"/>
                  </a:lnTo>
                  <a:lnTo>
                    <a:pt x="452183" y="300736"/>
                  </a:lnTo>
                  <a:lnTo>
                    <a:pt x="791210" y="30137"/>
                  </a:lnTo>
                  <a:lnTo>
                    <a:pt x="775385" y="20205"/>
                  </a:lnTo>
                  <a:lnTo>
                    <a:pt x="756856" y="8547"/>
                  </a:lnTo>
                  <a:lnTo>
                    <a:pt x="753999" y="6743"/>
                  </a:lnTo>
                  <a:lnTo>
                    <a:pt x="743267" y="0"/>
                  </a:lnTo>
                  <a:lnTo>
                    <a:pt x="414515" y="252831"/>
                  </a:lnTo>
                  <a:lnTo>
                    <a:pt x="326402" y="142430"/>
                  </a:lnTo>
                  <a:lnTo>
                    <a:pt x="319963" y="155892"/>
                  </a:lnTo>
                  <a:lnTo>
                    <a:pt x="315937" y="162052"/>
                  </a:lnTo>
                  <a:lnTo>
                    <a:pt x="302209" y="183095"/>
                  </a:lnTo>
                  <a:lnTo>
                    <a:pt x="298678" y="188506"/>
                  </a:lnTo>
                  <a:lnTo>
                    <a:pt x="291973" y="198780"/>
                  </a:lnTo>
                  <a:lnTo>
                    <a:pt x="365023" y="290334"/>
                  </a:lnTo>
                  <a:lnTo>
                    <a:pt x="38163" y="551218"/>
                  </a:lnTo>
                  <a:lnTo>
                    <a:pt x="41795" y="570877"/>
                  </a:lnTo>
                  <a:lnTo>
                    <a:pt x="45402" y="590334"/>
                  </a:lnTo>
                  <a:lnTo>
                    <a:pt x="46685" y="597255"/>
                  </a:lnTo>
                  <a:lnTo>
                    <a:pt x="47269" y="600392"/>
                  </a:lnTo>
                  <a:lnTo>
                    <a:pt x="49707" y="621411"/>
                  </a:lnTo>
                  <a:lnTo>
                    <a:pt x="403402" y="339102"/>
                  </a:lnTo>
                  <a:lnTo>
                    <a:pt x="626516" y="618629"/>
                  </a:lnTo>
                  <a:lnTo>
                    <a:pt x="745350" y="767537"/>
                  </a:lnTo>
                  <a:lnTo>
                    <a:pt x="304241" y="1106805"/>
                  </a:lnTo>
                  <a:lnTo>
                    <a:pt x="26543" y="752094"/>
                  </a:lnTo>
                  <a:lnTo>
                    <a:pt x="18262" y="765492"/>
                  </a:lnTo>
                  <a:lnTo>
                    <a:pt x="0" y="790359"/>
                  </a:lnTo>
                  <a:lnTo>
                    <a:pt x="159816" y="990574"/>
                  </a:lnTo>
                  <a:lnTo>
                    <a:pt x="272224" y="1131430"/>
                  </a:lnTo>
                  <a:lnTo>
                    <a:pt x="262432" y="1138961"/>
                  </a:lnTo>
                  <a:lnTo>
                    <a:pt x="523976" y="1466646"/>
                  </a:lnTo>
                  <a:lnTo>
                    <a:pt x="673442" y="1653895"/>
                  </a:lnTo>
                  <a:lnTo>
                    <a:pt x="675017" y="1652638"/>
                  </a:lnTo>
                  <a:lnTo>
                    <a:pt x="905294" y="1941118"/>
                  </a:lnTo>
                  <a:lnTo>
                    <a:pt x="1017536" y="2081758"/>
                  </a:lnTo>
                  <a:lnTo>
                    <a:pt x="1007910" y="2089505"/>
                  </a:lnTo>
                  <a:lnTo>
                    <a:pt x="1232103" y="2370378"/>
                  </a:lnTo>
                  <a:lnTo>
                    <a:pt x="1380210" y="2555951"/>
                  </a:lnTo>
                  <a:lnTo>
                    <a:pt x="1379855" y="2556218"/>
                  </a:lnTo>
                  <a:lnTo>
                    <a:pt x="1428267" y="2616873"/>
                  </a:lnTo>
                  <a:lnTo>
                    <a:pt x="1500886" y="2616873"/>
                  </a:lnTo>
                  <a:lnTo>
                    <a:pt x="1463370" y="2568956"/>
                  </a:lnTo>
                  <a:lnTo>
                    <a:pt x="1896237" y="2223452"/>
                  </a:lnTo>
                  <a:lnTo>
                    <a:pt x="2210257" y="2616873"/>
                  </a:lnTo>
                  <a:lnTo>
                    <a:pt x="2228570" y="2616873"/>
                  </a:lnTo>
                  <a:lnTo>
                    <a:pt x="2262060" y="2616873"/>
                  </a:lnTo>
                  <a:lnTo>
                    <a:pt x="2271522" y="2616873"/>
                  </a:lnTo>
                  <a:lnTo>
                    <a:pt x="1941423" y="2200059"/>
                  </a:lnTo>
                  <a:lnTo>
                    <a:pt x="2368829" y="1858899"/>
                  </a:lnTo>
                  <a:lnTo>
                    <a:pt x="2591955" y="2138413"/>
                  </a:lnTo>
                  <a:lnTo>
                    <a:pt x="2703944" y="2278748"/>
                  </a:lnTo>
                  <a:lnTo>
                    <a:pt x="2280335" y="2616873"/>
                  </a:lnTo>
                  <a:lnTo>
                    <a:pt x="2303183" y="2616873"/>
                  </a:lnTo>
                  <a:lnTo>
                    <a:pt x="2341765" y="2616873"/>
                  </a:lnTo>
                  <a:lnTo>
                    <a:pt x="2375865" y="2616873"/>
                  </a:lnTo>
                  <a:lnTo>
                    <a:pt x="2741117" y="2325319"/>
                  </a:lnTo>
                  <a:lnTo>
                    <a:pt x="2741409" y="2325662"/>
                  </a:lnTo>
                  <a:lnTo>
                    <a:pt x="2742984" y="2324404"/>
                  </a:lnTo>
                  <a:lnTo>
                    <a:pt x="2976435" y="2616860"/>
                  </a:lnTo>
                  <a:lnTo>
                    <a:pt x="2996311" y="2616860"/>
                  </a:lnTo>
                  <a:lnTo>
                    <a:pt x="3026524" y="2616860"/>
                  </a:lnTo>
                  <a:lnTo>
                    <a:pt x="3037421" y="2616860"/>
                  </a:lnTo>
                  <a:lnTo>
                    <a:pt x="2780233" y="2294674"/>
                  </a:lnTo>
                  <a:lnTo>
                    <a:pt x="3203816" y="1956587"/>
                  </a:lnTo>
                  <a:close/>
                </a:path>
                <a:path w="3803650" h="2617470">
                  <a:moveTo>
                    <a:pt x="3803599" y="2616860"/>
                  </a:moveTo>
                  <a:lnTo>
                    <a:pt x="3627983" y="2396858"/>
                  </a:lnTo>
                  <a:lnTo>
                    <a:pt x="3637648" y="2389136"/>
                  </a:lnTo>
                  <a:lnTo>
                    <a:pt x="3473145" y="2183028"/>
                  </a:lnTo>
                  <a:lnTo>
                    <a:pt x="3461131" y="2175192"/>
                  </a:lnTo>
                  <a:lnTo>
                    <a:pt x="3383318" y="2098992"/>
                  </a:lnTo>
                  <a:lnTo>
                    <a:pt x="3344380" y="2073592"/>
                  </a:lnTo>
                  <a:lnTo>
                    <a:pt x="3305429" y="2035492"/>
                  </a:lnTo>
                  <a:lnTo>
                    <a:pt x="3292411" y="2027008"/>
                  </a:lnTo>
                  <a:lnTo>
                    <a:pt x="3300171" y="2036914"/>
                  </a:lnTo>
                  <a:lnTo>
                    <a:pt x="3310763" y="2050440"/>
                  </a:lnTo>
                  <a:lnTo>
                    <a:pt x="3562908" y="2372550"/>
                  </a:lnTo>
                  <a:lnTo>
                    <a:pt x="3561664" y="2373541"/>
                  </a:lnTo>
                  <a:lnTo>
                    <a:pt x="3256813" y="2616860"/>
                  </a:lnTo>
                  <a:lnTo>
                    <a:pt x="3262871" y="2616860"/>
                  </a:lnTo>
                  <a:lnTo>
                    <a:pt x="3320758" y="2616860"/>
                  </a:lnTo>
                  <a:lnTo>
                    <a:pt x="3352330" y="2616860"/>
                  </a:lnTo>
                  <a:lnTo>
                    <a:pt x="3605707" y="2414625"/>
                  </a:lnTo>
                  <a:lnTo>
                    <a:pt x="3764051" y="2616860"/>
                  </a:lnTo>
                  <a:lnTo>
                    <a:pt x="3803599" y="2616860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1211" y="8579966"/>
              <a:ext cx="198541" cy="15847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351218" y="8417241"/>
              <a:ext cx="1998345" cy="1870075"/>
            </a:xfrm>
            <a:custGeom>
              <a:avLst/>
              <a:gdLst/>
              <a:ahLst/>
              <a:cxnLst/>
              <a:rect l="l" t="t" r="r" b="b"/>
              <a:pathLst>
                <a:path w="1998345" h="1870075">
                  <a:moveTo>
                    <a:pt x="155917" y="190106"/>
                  </a:moveTo>
                  <a:lnTo>
                    <a:pt x="145491" y="196189"/>
                  </a:lnTo>
                  <a:lnTo>
                    <a:pt x="132321" y="208584"/>
                  </a:lnTo>
                  <a:lnTo>
                    <a:pt x="155917" y="190106"/>
                  </a:lnTo>
                  <a:close/>
                </a:path>
                <a:path w="1998345" h="1870075">
                  <a:moveTo>
                    <a:pt x="1998027" y="1818271"/>
                  </a:moveTo>
                  <a:lnTo>
                    <a:pt x="1624190" y="1349921"/>
                  </a:lnTo>
                  <a:lnTo>
                    <a:pt x="1633855" y="1342199"/>
                  </a:lnTo>
                  <a:lnTo>
                    <a:pt x="1222844" y="827265"/>
                  </a:lnTo>
                  <a:lnTo>
                    <a:pt x="1221257" y="828535"/>
                  </a:lnTo>
                  <a:lnTo>
                    <a:pt x="1185659" y="783945"/>
                  </a:lnTo>
                  <a:lnTo>
                    <a:pt x="1185659" y="856957"/>
                  </a:lnTo>
                  <a:lnTo>
                    <a:pt x="1183982" y="858291"/>
                  </a:lnTo>
                  <a:lnTo>
                    <a:pt x="737819" y="1214412"/>
                  </a:lnTo>
                  <a:lnTo>
                    <a:pt x="400850" y="783958"/>
                  </a:lnTo>
                  <a:lnTo>
                    <a:pt x="848664" y="426504"/>
                  </a:lnTo>
                  <a:lnTo>
                    <a:pt x="1185659" y="856957"/>
                  </a:lnTo>
                  <a:lnTo>
                    <a:pt x="1185659" y="783945"/>
                  </a:lnTo>
                  <a:lnTo>
                    <a:pt x="880249" y="401307"/>
                  </a:lnTo>
                  <a:lnTo>
                    <a:pt x="880605" y="401015"/>
                  </a:lnTo>
                  <a:lnTo>
                    <a:pt x="560527" y="0"/>
                  </a:lnTo>
                  <a:lnTo>
                    <a:pt x="549148" y="18389"/>
                  </a:lnTo>
                  <a:lnTo>
                    <a:pt x="536295" y="35877"/>
                  </a:lnTo>
                  <a:lnTo>
                    <a:pt x="806373" y="380860"/>
                  </a:lnTo>
                  <a:lnTo>
                    <a:pt x="802678" y="383806"/>
                  </a:lnTo>
                  <a:lnTo>
                    <a:pt x="358533" y="738327"/>
                  </a:lnTo>
                  <a:lnTo>
                    <a:pt x="25171" y="312483"/>
                  </a:lnTo>
                  <a:lnTo>
                    <a:pt x="3683" y="348589"/>
                  </a:lnTo>
                  <a:lnTo>
                    <a:pt x="0" y="353898"/>
                  </a:lnTo>
                  <a:lnTo>
                    <a:pt x="216217" y="624776"/>
                  </a:lnTo>
                  <a:lnTo>
                    <a:pt x="326961" y="763524"/>
                  </a:lnTo>
                  <a:lnTo>
                    <a:pt x="326605" y="763803"/>
                  </a:lnTo>
                  <a:lnTo>
                    <a:pt x="588162" y="1091476"/>
                  </a:lnTo>
                  <a:lnTo>
                    <a:pt x="737616" y="1278724"/>
                  </a:lnTo>
                  <a:lnTo>
                    <a:pt x="739190" y="1277467"/>
                  </a:lnTo>
                  <a:lnTo>
                    <a:pt x="806234" y="1361452"/>
                  </a:lnTo>
                  <a:lnTo>
                    <a:pt x="821969" y="1381163"/>
                  </a:lnTo>
                  <a:lnTo>
                    <a:pt x="831240" y="1389989"/>
                  </a:lnTo>
                  <a:lnTo>
                    <a:pt x="871258" y="1415389"/>
                  </a:lnTo>
                  <a:lnTo>
                    <a:pt x="911288" y="1453489"/>
                  </a:lnTo>
                  <a:lnTo>
                    <a:pt x="950531" y="1478280"/>
                  </a:lnTo>
                  <a:lnTo>
                    <a:pt x="951471" y="1479054"/>
                  </a:lnTo>
                  <a:lnTo>
                    <a:pt x="772769" y="1250670"/>
                  </a:lnTo>
                  <a:lnTo>
                    <a:pt x="1220609" y="893203"/>
                  </a:lnTo>
                  <a:lnTo>
                    <a:pt x="1559115" y="1325613"/>
                  </a:lnTo>
                  <a:lnTo>
                    <a:pt x="1557870" y="1326603"/>
                  </a:lnTo>
                  <a:lnTo>
                    <a:pt x="1155763" y="1647558"/>
                  </a:lnTo>
                  <a:lnTo>
                    <a:pt x="1157820" y="1649196"/>
                  </a:lnTo>
                  <a:lnTo>
                    <a:pt x="1203629" y="1685594"/>
                  </a:lnTo>
                  <a:lnTo>
                    <a:pt x="1601914" y="1367688"/>
                  </a:lnTo>
                  <a:lnTo>
                    <a:pt x="1945017" y="1805914"/>
                  </a:lnTo>
                  <a:lnTo>
                    <a:pt x="1863471" y="1869770"/>
                  </a:lnTo>
                  <a:lnTo>
                    <a:pt x="1933511" y="1869770"/>
                  </a:lnTo>
                  <a:lnTo>
                    <a:pt x="1998027" y="1818271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5254" y="10187281"/>
              <a:ext cx="204526" cy="9971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61924" y="4217479"/>
              <a:ext cx="7308850" cy="5723890"/>
            </a:xfrm>
            <a:custGeom>
              <a:avLst/>
              <a:gdLst/>
              <a:ahLst/>
              <a:cxnLst/>
              <a:rect l="l" t="t" r="r" b="b"/>
              <a:pathLst>
                <a:path w="7308850" h="5723890">
                  <a:moveTo>
                    <a:pt x="989291" y="5723585"/>
                  </a:moveTo>
                  <a:lnTo>
                    <a:pt x="737666" y="5408333"/>
                  </a:lnTo>
                  <a:lnTo>
                    <a:pt x="736777" y="5409044"/>
                  </a:lnTo>
                  <a:lnTo>
                    <a:pt x="401967" y="4973701"/>
                  </a:lnTo>
                  <a:lnTo>
                    <a:pt x="403199" y="4972723"/>
                  </a:lnTo>
                  <a:lnTo>
                    <a:pt x="30899" y="4506290"/>
                  </a:lnTo>
                  <a:lnTo>
                    <a:pt x="31254" y="4506011"/>
                  </a:lnTo>
                  <a:lnTo>
                    <a:pt x="23888" y="4496790"/>
                  </a:lnTo>
                  <a:lnTo>
                    <a:pt x="23596" y="4497133"/>
                  </a:lnTo>
                  <a:lnTo>
                    <a:pt x="23215" y="4497552"/>
                  </a:lnTo>
                  <a:lnTo>
                    <a:pt x="6350" y="4525899"/>
                  </a:lnTo>
                  <a:lnTo>
                    <a:pt x="0" y="4536554"/>
                  </a:lnTo>
                  <a:lnTo>
                    <a:pt x="327050" y="4954321"/>
                  </a:lnTo>
                  <a:lnTo>
                    <a:pt x="325412" y="4955629"/>
                  </a:lnTo>
                  <a:lnTo>
                    <a:pt x="185470" y="5068176"/>
                  </a:lnTo>
                  <a:lnTo>
                    <a:pt x="186766" y="5069052"/>
                  </a:lnTo>
                  <a:lnTo>
                    <a:pt x="191947" y="5072431"/>
                  </a:lnTo>
                  <a:lnTo>
                    <a:pt x="225793" y="5094452"/>
                  </a:lnTo>
                  <a:lnTo>
                    <a:pt x="237020" y="5105362"/>
                  </a:lnTo>
                  <a:lnTo>
                    <a:pt x="371259" y="4998212"/>
                  </a:lnTo>
                  <a:lnTo>
                    <a:pt x="709764" y="5430609"/>
                  </a:lnTo>
                  <a:lnTo>
                    <a:pt x="708520" y="5431599"/>
                  </a:lnTo>
                  <a:lnTo>
                    <a:pt x="671957" y="5460784"/>
                  </a:lnTo>
                  <a:lnTo>
                    <a:pt x="677049" y="5465648"/>
                  </a:lnTo>
                  <a:lnTo>
                    <a:pt x="700557" y="5488114"/>
                  </a:lnTo>
                  <a:lnTo>
                    <a:pt x="710323" y="5494325"/>
                  </a:lnTo>
                  <a:lnTo>
                    <a:pt x="710641" y="5494071"/>
                  </a:lnTo>
                  <a:lnTo>
                    <a:pt x="710984" y="5493804"/>
                  </a:lnTo>
                  <a:lnTo>
                    <a:pt x="744740" y="5466867"/>
                  </a:lnTo>
                  <a:lnTo>
                    <a:pt x="854786" y="5607431"/>
                  </a:lnTo>
                  <a:lnTo>
                    <a:pt x="861644" y="5616194"/>
                  </a:lnTo>
                  <a:lnTo>
                    <a:pt x="900569" y="5653252"/>
                  </a:lnTo>
                  <a:lnTo>
                    <a:pt x="940638" y="5678652"/>
                  </a:lnTo>
                  <a:lnTo>
                    <a:pt x="980630" y="5716714"/>
                  </a:lnTo>
                  <a:lnTo>
                    <a:pt x="989291" y="5723585"/>
                  </a:lnTo>
                  <a:close/>
                </a:path>
                <a:path w="7308850" h="5723890">
                  <a:moveTo>
                    <a:pt x="7308736" y="214985"/>
                  </a:moveTo>
                  <a:lnTo>
                    <a:pt x="7303046" y="171767"/>
                  </a:lnTo>
                  <a:lnTo>
                    <a:pt x="7289025" y="130479"/>
                  </a:lnTo>
                  <a:lnTo>
                    <a:pt x="7267232" y="92722"/>
                  </a:lnTo>
                  <a:lnTo>
                    <a:pt x="7238492" y="59944"/>
                  </a:lnTo>
                  <a:lnTo>
                    <a:pt x="7203897" y="33413"/>
                  </a:lnTo>
                  <a:lnTo>
                    <a:pt x="7164794" y="14122"/>
                  </a:lnTo>
                  <a:lnTo>
                    <a:pt x="7122681" y="2844"/>
                  </a:lnTo>
                  <a:lnTo>
                    <a:pt x="7093737" y="0"/>
                  </a:lnTo>
                  <a:lnTo>
                    <a:pt x="7079183" y="0"/>
                  </a:lnTo>
                  <a:lnTo>
                    <a:pt x="7035952" y="5689"/>
                  </a:lnTo>
                  <a:lnTo>
                    <a:pt x="6994677" y="19697"/>
                  </a:lnTo>
                  <a:lnTo>
                    <a:pt x="6956920" y="41503"/>
                  </a:lnTo>
                  <a:lnTo>
                    <a:pt x="6924141" y="70243"/>
                  </a:lnTo>
                  <a:lnTo>
                    <a:pt x="6897598" y="104838"/>
                  </a:lnTo>
                  <a:lnTo>
                    <a:pt x="6878320" y="143929"/>
                  </a:lnTo>
                  <a:lnTo>
                    <a:pt x="6867042" y="186042"/>
                  </a:lnTo>
                  <a:lnTo>
                    <a:pt x="6864185" y="214985"/>
                  </a:lnTo>
                  <a:lnTo>
                    <a:pt x="6864185" y="229552"/>
                  </a:lnTo>
                  <a:lnTo>
                    <a:pt x="6869874" y="272770"/>
                  </a:lnTo>
                  <a:lnTo>
                    <a:pt x="6883895" y="314058"/>
                  </a:lnTo>
                  <a:lnTo>
                    <a:pt x="6905688" y="351815"/>
                  </a:lnTo>
                  <a:lnTo>
                    <a:pt x="6934441" y="384594"/>
                  </a:lnTo>
                  <a:lnTo>
                    <a:pt x="6969023" y="411124"/>
                  </a:lnTo>
                  <a:lnTo>
                    <a:pt x="7008127" y="430403"/>
                  </a:lnTo>
                  <a:lnTo>
                    <a:pt x="7050240" y="441693"/>
                  </a:lnTo>
                  <a:lnTo>
                    <a:pt x="7079183" y="444538"/>
                  </a:lnTo>
                  <a:lnTo>
                    <a:pt x="7093737" y="444538"/>
                  </a:lnTo>
                  <a:lnTo>
                    <a:pt x="7136968" y="438848"/>
                  </a:lnTo>
                  <a:lnTo>
                    <a:pt x="7178243" y="424840"/>
                  </a:lnTo>
                  <a:lnTo>
                    <a:pt x="7216000" y="403034"/>
                  </a:lnTo>
                  <a:lnTo>
                    <a:pt x="7248779" y="374294"/>
                  </a:lnTo>
                  <a:lnTo>
                    <a:pt x="7275322" y="339699"/>
                  </a:lnTo>
                  <a:lnTo>
                    <a:pt x="7294600" y="300609"/>
                  </a:lnTo>
                  <a:lnTo>
                    <a:pt x="7305878" y="258495"/>
                  </a:lnTo>
                  <a:lnTo>
                    <a:pt x="7308736" y="229552"/>
                  </a:lnTo>
                  <a:lnTo>
                    <a:pt x="7308736" y="222262"/>
                  </a:lnTo>
                  <a:lnTo>
                    <a:pt x="7308736" y="214985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17222" y="4345743"/>
              <a:ext cx="262255" cy="188595"/>
            </a:xfrm>
            <a:custGeom>
              <a:avLst/>
              <a:gdLst/>
              <a:ahLst/>
              <a:cxnLst/>
              <a:rect l="l" t="t" r="r" b="b"/>
              <a:pathLst>
                <a:path w="262254" h="188595">
                  <a:moveTo>
                    <a:pt x="112748" y="187997"/>
                  </a:moveTo>
                  <a:lnTo>
                    <a:pt x="96584" y="187997"/>
                  </a:lnTo>
                  <a:lnTo>
                    <a:pt x="88833" y="184788"/>
                  </a:lnTo>
                  <a:lnTo>
                    <a:pt x="8923" y="104879"/>
                  </a:lnTo>
                  <a:lnTo>
                    <a:pt x="2230" y="94800"/>
                  </a:lnTo>
                  <a:lnTo>
                    <a:pt x="0" y="83334"/>
                  </a:lnTo>
                  <a:lnTo>
                    <a:pt x="2230" y="71868"/>
                  </a:lnTo>
                  <a:lnTo>
                    <a:pt x="8923" y="61789"/>
                  </a:lnTo>
                  <a:lnTo>
                    <a:pt x="19002" y="55096"/>
                  </a:lnTo>
                  <a:lnTo>
                    <a:pt x="30468" y="52865"/>
                  </a:lnTo>
                  <a:lnTo>
                    <a:pt x="41934" y="55096"/>
                  </a:lnTo>
                  <a:lnTo>
                    <a:pt x="52013" y="61789"/>
                  </a:lnTo>
                  <a:lnTo>
                    <a:pt x="104655" y="114431"/>
                  </a:lnTo>
                  <a:lnTo>
                    <a:pt x="210110" y="8930"/>
                  </a:lnTo>
                  <a:lnTo>
                    <a:pt x="220188" y="2234"/>
                  </a:lnTo>
                  <a:lnTo>
                    <a:pt x="231653" y="0"/>
                  </a:lnTo>
                  <a:lnTo>
                    <a:pt x="243119" y="2228"/>
                  </a:lnTo>
                  <a:lnTo>
                    <a:pt x="253200" y="8918"/>
                  </a:lnTo>
                  <a:lnTo>
                    <a:pt x="259895" y="18997"/>
                  </a:lnTo>
                  <a:lnTo>
                    <a:pt x="262128" y="30462"/>
                  </a:lnTo>
                  <a:lnTo>
                    <a:pt x="259900" y="41928"/>
                  </a:lnTo>
                  <a:lnTo>
                    <a:pt x="253209" y="52008"/>
                  </a:lnTo>
                  <a:lnTo>
                    <a:pt x="120499" y="184782"/>
                  </a:lnTo>
                  <a:lnTo>
                    <a:pt x="112748" y="18799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26117" y="5552643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5">
                  <a:moveTo>
                    <a:pt x="229554" y="444549"/>
                  </a:moveTo>
                  <a:lnTo>
                    <a:pt x="214995" y="444549"/>
                  </a:lnTo>
                  <a:lnTo>
                    <a:pt x="207731" y="444193"/>
                  </a:lnTo>
                  <a:lnTo>
                    <a:pt x="164718" y="437090"/>
                  </a:lnTo>
                  <a:lnTo>
                    <a:pt x="123916" y="421734"/>
                  </a:lnTo>
                  <a:lnTo>
                    <a:pt x="86892" y="398714"/>
                  </a:lnTo>
                  <a:lnTo>
                    <a:pt x="55072" y="368912"/>
                  </a:lnTo>
                  <a:lnTo>
                    <a:pt x="29677" y="333473"/>
                  </a:lnTo>
                  <a:lnTo>
                    <a:pt x="11684" y="293765"/>
                  </a:lnTo>
                  <a:lnTo>
                    <a:pt x="1783" y="251306"/>
                  </a:lnTo>
                  <a:lnTo>
                    <a:pt x="0" y="229554"/>
                  </a:lnTo>
                  <a:lnTo>
                    <a:pt x="0" y="214995"/>
                  </a:lnTo>
                  <a:lnTo>
                    <a:pt x="5691" y="171771"/>
                  </a:lnTo>
                  <a:lnTo>
                    <a:pt x="19705" y="130488"/>
                  </a:lnTo>
                  <a:lnTo>
                    <a:pt x="41504" y="92733"/>
                  </a:lnTo>
                  <a:lnTo>
                    <a:pt x="70250" y="59955"/>
                  </a:lnTo>
                  <a:lnTo>
                    <a:pt x="104839" y="33415"/>
                  </a:lnTo>
                  <a:lnTo>
                    <a:pt x="143940" y="14133"/>
                  </a:lnTo>
                  <a:lnTo>
                    <a:pt x="186049" y="2850"/>
                  </a:lnTo>
                  <a:lnTo>
                    <a:pt x="214995" y="0"/>
                  </a:lnTo>
                  <a:lnTo>
                    <a:pt x="229554" y="0"/>
                  </a:lnTo>
                  <a:lnTo>
                    <a:pt x="272778" y="5691"/>
                  </a:lnTo>
                  <a:lnTo>
                    <a:pt x="314061" y="19705"/>
                  </a:lnTo>
                  <a:lnTo>
                    <a:pt x="351815" y="41504"/>
                  </a:lnTo>
                  <a:lnTo>
                    <a:pt x="384594" y="70250"/>
                  </a:lnTo>
                  <a:lnTo>
                    <a:pt x="411133" y="104839"/>
                  </a:lnTo>
                  <a:lnTo>
                    <a:pt x="430414" y="143940"/>
                  </a:lnTo>
                  <a:lnTo>
                    <a:pt x="441697" y="186049"/>
                  </a:lnTo>
                  <a:lnTo>
                    <a:pt x="444549" y="214995"/>
                  </a:lnTo>
                  <a:lnTo>
                    <a:pt x="444549" y="222274"/>
                  </a:lnTo>
                  <a:lnTo>
                    <a:pt x="444549" y="229554"/>
                  </a:lnTo>
                  <a:lnTo>
                    <a:pt x="438858" y="272778"/>
                  </a:lnTo>
                  <a:lnTo>
                    <a:pt x="424845" y="314061"/>
                  </a:lnTo>
                  <a:lnTo>
                    <a:pt x="403044" y="351815"/>
                  </a:lnTo>
                  <a:lnTo>
                    <a:pt x="374299" y="384594"/>
                  </a:lnTo>
                  <a:lnTo>
                    <a:pt x="339710" y="411133"/>
                  </a:lnTo>
                  <a:lnTo>
                    <a:pt x="300608" y="430414"/>
                  </a:lnTo>
                  <a:lnTo>
                    <a:pt x="258500" y="441697"/>
                  </a:lnTo>
                  <a:lnTo>
                    <a:pt x="236817" y="444193"/>
                  </a:lnTo>
                  <a:lnTo>
                    <a:pt x="229554" y="444549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317222" y="5680919"/>
              <a:ext cx="262255" cy="188595"/>
            </a:xfrm>
            <a:custGeom>
              <a:avLst/>
              <a:gdLst/>
              <a:ahLst/>
              <a:cxnLst/>
              <a:rect l="l" t="t" r="r" b="b"/>
              <a:pathLst>
                <a:path w="262254" h="188595">
                  <a:moveTo>
                    <a:pt x="112748" y="187997"/>
                  </a:moveTo>
                  <a:lnTo>
                    <a:pt x="96584" y="187997"/>
                  </a:lnTo>
                  <a:lnTo>
                    <a:pt x="88833" y="184788"/>
                  </a:lnTo>
                  <a:lnTo>
                    <a:pt x="8923" y="104879"/>
                  </a:lnTo>
                  <a:lnTo>
                    <a:pt x="2230" y="94800"/>
                  </a:lnTo>
                  <a:lnTo>
                    <a:pt x="0" y="83334"/>
                  </a:lnTo>
                  <a:lnTo>
                    <a:pt x="2230" y="71868"/>
                  </a:lnTo>
                  <a:lnTo>
                    <a:pt x="8923" y="61789"/>
                  </a:lnTo>
                  <a:lnTo>
                    <a:pt x="19002" y="55096"/>
                  </a:lnTo>
                  <a:lnTo>
                    <a:pt x="30468" y="52865"/>
                  </a:lnTo>
                  <a:lnTo>
                    <a:pt x="41934" y="55096"/>
                  </a:lnTo>
                  <a:lnTo>
                    <a:pt x="52013" y="61789"/>
                  </a:lnTo>
                  <a:lnTo>
                    <a:pt x="104655" y="114431"/>
                  </a:lnTo>
                  <a:lnTo>
                    <a:pt x="210110" y="8930"/>
                  </a:lnTo>
                  <a:lnTo>
                    <a:pt x="220188" y="2234"/>
                  </a:lnTo>
                  <a:lnTo>
                    <a:pt x="231653" y="0"/>
                  </a:lnTo>
                  <a:lnTo>
                    <a:pt x="243119" y="2228"/>
                  </a:lnTo>
                  <a:lnTo>
                    <a:pt x="253200" y="8918"/>
                  </a:lnTo>
                  <a:lnTo>
                    <a:pt x="259895" y="18997"/>
                  </a:lnTo>
                  <a:lnTo>
                    <a:pt x="262128" y="30462"/>
                  </a:lnTo>
                  <a:lnTo>
                    <a:pt x="259900" y="41928"/>
                  </a:lnTo>
                  <a:lnTo>
                    <a:pt x="253209" y="52008"/>
                  </a:lnTo>
                  <a:lnTo>
                    <a:pt x="120499" y="184782"/>
                  </a:lnTo>
                  <a:lnTo>
                    <a:pt x="112748" y="18799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84425" y="7469256"/>
              <a:ext cx="445134" cy="445134"/>
            </a:xfrm>
            <a:custGeom>
              <a:avLst/>
              <a:gdLst/>
              <a:ahLst/>
              <a:cxnLst/>
              <a:rect l="l" t="t" r="r" b="b"/>
              <a:pathLst>
                <a:path w="445134" h="445134">
                  <a:moveTo>
                    <a:pt x="229554" y="444549"/>
                  </a:moveTo>
                  <a:lnTo>
                    <a:pt x="214995" y="444549"/>
                  </a:lnTo>
                  <a:lnTo>
                    <a:pt x="207731" y="444193"/>
                  </a:lnTo>
                  <a:lnTo>
                    <a:pt x="164718" y="437090"/>
                  </a:lnTo>
                  <a:lnTo>
                    <a:pt x="123916" y="421734"/>
                  </a:lnTo>
                  <a:lnTo>
                    <a:pt x="86892" y="398714"/>
                  </a:lnTo>
                  <a:lnTo>
                    <a:pt x="55072" y="368912"/>
                  </a:lnTo>
                  <a:lnTo>
                    <a:pt x="29677" y="333473"/>
                  </a:lnTo>
                  <a:lnTo>
                    <a:pt x="11684" y="293765"/>
                  </a:lnTo>
                  <a:lnTo>
                    <a:pt x="1783" y="251306"/>
                  </a:lnTo>
                  <a:lnTo>
                    <a:pt x="0" y="229554"/>
                  </a:lnTo>
                  <a:lnTo>
                    <a:pt x="0" y="214995"/>
                  </a:lnTo>
                  <a:lnTo>
                    <a:pt x="5691" y="171771"/>
                  </a:lnTo>
                  <a:lnTo>
                    <a:pt x="19705" y="130488"/>
                  </a:lnTo>
                  <a:lnTo>
                    <a:pt x="41504" y="92733"/>
                  </a:lnTo>
                  <a:lnTo>
                    <a:pt x="70250" y="59955"/>
                  </a:lnTo>
                  <a:lnTo>
                    <a:pt x="104839" y="33415"/>
                  </a:lnTo>
                  <a:lnTo>
                    <a:pt x="143940" y="14133"/>
                  </a:lnTo>
                  <a:lnTo>
                    <a:pt x="186049" y="2850"/>
                  </a:lnTo>
                  <a:lnTo>
                    <a:pt x="214995" y="0"/>
                  </a:lnTo>
                  <a:lnTo>
                    <a:pt x="229554" y="0"/>
                  </a:lnTo>
                  <a:lnTo>
                    <a:pt x="272778" y="5691"/>
                  </a:lnTo>
                  <a:lnTo>
                    <a:pt x="314061" y="19705"/>
                  </a:lnTo>
                  <a:lnTo>
                    <a:pt x="351815" y="41504"/>
                  </a:lnTo>
                  <a:lnTo>
                    <a:pt x="384594" y="70250"/>
                  </a:lnTo>
                  <a:lnTo>
                    <a:pt x="411133" y="104839"/>
                  </a:lnTo>
                  <a:lnTo>
                    <a:pt x="430414" y="143940"/>
                  </a:lnTo>
                  <a:lnTo>
                    <a:pt x="441697" y="186049"/>
                  </a:lnTo>
                  <a:lnTo>
                    <a:pt x="444549" y="214995"/>
                  </a:lnTo>
                  <a:lnTo>
                    <a:pt x="444549" y="222274"/>
                  </a:lnTo>
                  <a:lnTo>
                    <a:pt x="444549" y="229554"/>
                  </a:lnTo>
                  <a:lnTo>
                    <a:pt x="438858" y="272778"/>
                  </a:lnTo>
                  <a:lnTo>
                    <a:pt x="424845" y="314061"/>
                  </a:lnTo>
                  <a:lnTo>
                    <a:pt x="403044" y="351815"/>
                  </a:lnTo>
                  <a:lnTo>
                    <a:pt x="374299" y="384594"/>
                  </a:lnTo>
                  <a:lnTo>
                    <a:pt x="339710" y="411133"/>
                  </a:lnTo>
                  <a:lnTo>
                    <a:pt x="300608" y="430414"/>
                  </a:lnTo>
                  <a:lnTo>
                    <a:pt x="258500" y="441697"/>
                  </a:lnTo>
                  <a:lnTo>
                    <a:pt x="236817" y="444193"/>
                  </a:lnTo>
                  <a:lnTo>
                    <a:pt x="229554" y="444549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75530" y="7597532"/>
              <a:ext cx="262255" cy="188595"/>
            </a:xfrm>
            <a:custGeom>
              <a:avLst/>
              <a:gdLst/>
              <a:ahLst/>
              <a:cxnLst/>
              <a:rect l="l" t="t" r="r" b="b"/>
              <a:pathLst>
                <a:path w="262254" h="188595">
                  <a:moveTo>
                    <a:pt x="112748" y="187997"/>
                  </a:moveTo>
                  <a:lnTo>
                    <a:pt x="96584" y="187997"/>
                  </a:lnTo>
                  <a:lnTo>
                    <a:pt x="88833" y="184788"/>
                  </a:lnTo>
                  <a:lnTo>
                    <a:pt x="8923" y="104879"/>
                  </a:lnTo>
                  <a:lnTo>
                    <a:pt x="2230" y="94800"/>
                  </a:lnTo>
                  <a:lnTo>
                    <a:pt x="0" y="83334"/>
                  </a:lnTo>
                  <a:lnTo>
                    <a:pt x="2230" y="71868"/>
                  </a:lnTo>
                  <a:lnTo>
                    <a:pt x="8923" y="61789"/>
                  </a:lnTo>
                  <a:lnTo>
                    <a:pt x="19002" y="55096"/>
                  </a:lnTo>
                  <a:lnTo>
                    <a:pt x="30468" y="52865"/>
                  </a:lnTo>
                  <a:lnTo>
                    <a:pt x="41934" y="55096"/>
                  </a:lnTo>
                  <a:lnTo>
                    <a:pt x="52013" y="61789"/>
                  </a:lnTo>
                  <a:lnTo>
                    <a:pt x="104655" y="114431"/>
                  </a:lnTo>
                  <a:lnTo>
                    <a:pt x="210110" y="8930"/>
                  </a:lnTo>
                  <a:lnTo>
                    <a:pt x="220188" y="2234"/>
                  </a:lnTo>
                  <a:lnTo>
                    <a:pt x="231653" y="0"/>
                  </a:lnTo>
                  <a:lnTo>
                    <a:pt x="243119" y="2228"/>
                  </a:lnTo>
                  <a:lnTo>
                    <a:pt x="253200" y="8918"/>
                  </a:lnTo>
                  <a:lnTo>
                    <a:pt x="259895" y="18997"/>
                  </a:lnTo>
                  <a:lnTo>
                    <a:pt x="262128" y="30462"/>
                  </a:lnTo>
                  <a:lnTo>
                    <a:pt x="259900" y="41928"/>
                  </a:lnTo>
                  <a:lnTo>
                    <a:pt x="253209" y="52008"/>
                  </a:lnTo>
                  <a:lnTo>
                    <a:pt x="120499" y="184782"/>
                  </a:lnTo>
                  <a:lnTo>
                    <a:pt x="112748" y="18799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62230">
              <a:lnSpc>
                <a:spcPct val="100000"/>
              </a:lnSpc>
              <a:spcBef>
                <a:spcPts val="280"/>
              </a:spcBef>
            </a:pPr>
            <a:r>
              <a:rPr dirty="0" spc="225"/>
              <a:t>Data</a:t>
            </a:r>
            <a:r>
              <a:rPr dirty="0" spc="-185"/>
              <a:t> </a:t>
            </a:r>
            <a:r>
              <a:rPr dirty="0" spc="105"/>
              <a:t>Source:</a:t>
            </a:r>
            <a:r>
              <a:rPr dirty="0" spc="-185"/>
              <a:t> </a:t>
            </a:r>
            <a:r>
              <a:rPr dirty="0"/>
              <a:t>List</a:t>
            </a:r>
            <a:r>
              <a:rPr dirty="0" spc="-185"/>
              <a:t> </a:t>
            </a:r>
            <a:r>
              <a:rPr dirty="0" spc="75"/>
              <a:t>of</a:t>
            </a:r>
            <a:r>
              <a:rPr dirty="0" spc="-185"/>
              <a:t> </a:t>
            </a:r>
            <a:r>
              <a:rPr dirty="0" spc="114"/>
              <a:t>all</a:t>
            </a:r>
            <a:r>
              <a:rPr dirty="0" spc="-185"/>
              <a:t> </a:t>
            </a:r>
            <a:r>
              <a:rPr dirty="0" spc="180"/>
              <a:t>Colleges</a:t>
            </a:r>
            <a:r>
              <a:rPr dirty="0" spc="-180"/>
              <a:t> </a:t>
            </a:r>
            <a:r>
              <a:rPr dirty="0" spc="175"/>
              <a:t>Dataset</a:t>
            </a:r>
          </a:p>
          <a:p>
            <a:pPr marL="52705">
              <a:lnSpc>
                <a:spcPct val="100000"/>
              </a:lnSpc>
              <a:spcBef>
                <a:spcPts val="165"/>
              </a:spcBef>
            </a:pPr>
            <a:r>
              <a:rPr dirty="0" sz="1750" spc="80" b="0">
                <a:solidFill>
                  <a:srgbClr val="000000"/>
                </a:solidFill>
                <a:latin typeface="Lucida Sans Unicode"/>
                <a:cs typeface="Lucida Sans Unicode"/>
              </a:rPr>
              <a:t>Dataset</a:t>
            </a:r>
            <a:r>
              <a:rPr dirty="0" sz="175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b="0">
                <a:solidFill>
                  <a:srgbClr val="000000"/>
                </a:solidFill>
                <a:latin typeface="Lucida Sans Unicode"/>
                <a:cs typeface="Lucida Sans Unicode"/>
              </a:rPr>
              <a:t>from </a:t>
            </a:r>
            <a:r>
              <a:rPr dirty="0" sz="1750" spc="60" b="0">
                <a:solidFill>
                  <a:srgbClr val="000000"/>
                </a:solidFill>
                <a:latin typeface="Lucida Sans Unicode"/>
                <a:cs typeface="Lucida Sans Unicode"/>
              </a:rPr>
              <a:t>Kaggle</a:t>
            </a:r>
            <a:endParaRPr sz="17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750">
              <a:latin typeface="Lucida Sans Unicode"/>
              <a:cs typeface="Lucida Sans Unicode"/>
            </a:endParaRPr>
          </a:p>
          <a:p>
            <a:pPr marL="54610">
              <a:lnSpc>
                <a:spcPct val="100000"/>
              </a:lnSpc>
              <a:spcBef>
                <a:spcPts val="5"/>
              </a:spcBef>
            </a:pPr>
            <a:r>
              <a:rPr dirty="0" spc="185"/>
              <a:t>Dataset</a:t>
            </a:r>
            <a:r>
              <a:rPr dirty="0" spc="-190"/>
              <a:t> </a:t>
            </a:r>
            <a:r>
              <a:rPr dirty="0" spc="180"/>
              <a:t>Scope</a:t>
            </a:r>
          </a:p>
          <a:p>
            <a:pPr marL="54610" marR="5080">
              <a:lnSpc>
                <a:spcPct val="117900"/>
              </a:lnSpc>
            </a:pPr>
            <a:r>
              <a:rPr dirty="0" sz="1750" b="0">
                <a:solidFill>
                  <a:srgbClr val="000000"/>
                </a:solidFill>
                <a:latin typeface="Lucida Sans Unicode"/>
                <a:cs typeface="Lucida Sans Unicode"/>
              </a:rPr>
              <a:t>Original</a:t>
            </a:r>
            <a:r>
              <a:rPr dirty="0" sz="175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45" b="0">
                <a:solidFill>
                  <a:srgbClr val="000000"/>
                </a:solidFill>
                <a:latin typeface="Lucida Sans Unicode"/>
                <a:cs typeface="Lucida Sans Unicode"/>
              </a:rPr>
              <a:t>Dataset: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47,590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b="0">
                <a:solidFill>
                  <a:srgbClr val="000000"/>
                </a:solidFill>
                <a:latin typeface="Lucida Sans Unicode"/>
                <a:cs typeface="Lucida Sans Unicode"/>
              </a:rPr>
              <a:t>rows.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b="0">
                <a:solidFill>
                  <a:srgbClr val="000000"/>
                </a:solidFill>
                <a:latin typeface="Lucida Sans Unicode"/>
                <a:cs typeface="Lucida Sans Unicode"/>
              </a:rPr>
              <a:t>Working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45" b="0">
                <a:solidFill>
                  <a:srgbClr val="000000"/>
                </a:solidFill>
                <a:latin typeface="Lucida Sans Unicode"/>
                <a:cs typeface="Lucida Sans Unicode"/>
              </a:rPr>
              <a:t>Dataset: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45" b="0">
                <a:solidFill>
                  <a:srgbClr val="000000"/>
                </a:solidFill>
                <a:latin typeface="Lucida Sans Unicode"/>
                <a:cs typeface="Lucida Sans Unicode"/>
              </a:rPr>
              <a:t>9,000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b="0">
                <a:solidFill>
                  <a:srgbClr val="000000"/>
                </a:solidFill>
                <a:latin typeface="Lucida Sans Unicode"/>
                <a:cs typeface="Lucida Sans Unicode"/>
              </a:rPr>
              <a:t>rows,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270" b="0">
                <a:solidFill>
                  <a:srgbClr val="000000"/>
                </a:solidFill>
                <a:latin typeface="Lucida Sans Unicode"/>
                <a:cs typeface="Lucida Sans Unicode"/>
              </a:rPr>
              <a:t>14</a:t>
            </a:r>
            <a:r>
              <a:rPr dirty="0" sz="175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b="0">
                <a:solidFill>
                  <a:srgbClr val="000000"/>
                </a:solidFill>
                <a:latin typeface="Lucida Sans Unicode"/>
                <a:cs typeface="Lucida Sans Unicode"/>
              </a:rPr>
              <a:t>key</a:t>
            </a:r>
            <a:r>
              <a:rPr dirty="0" sz="175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 b="0">
                <a:solidFill>
                  <a:srgbClr val="000000"/>
                </a:solidFill>
                <a:latin typeface="Lucida Sans Unicode"/>
                <a:cs typeface="Lucida Sans Unicode"/>
              </a:rPr>
              <a:t>columns, </a:t>
            </a:r>
            <a:r>
              <a:rPr dirty="0" sz="1750" spc="70" b="0">
                <a:solidFill>
                  <a:srgbClr val="000000"/>
                </a:solidFill>
                <a:latin typeface="Lucida Sans Unicode"/>
                <a:cs typeface="Lucida Sans Unicode"/>
              </a:rPr>
              <a:t>spanning</a:t>
            </a:r>
            <a:r>
              <a:rPr dirty="0" sz="1750" spc="-7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50" spc="-10" b="0">
                <a:solidFill>
                  <a:srgbClr val="000000"/>
                </a:solidFill>
                <a:latin typeface="Lucida Sans Unicode"/>
                <a:cs typeface="Lucida Sans Unicode"/>
              </a:rPr>
              <a:t>1990–2020.</a:t>
            </a:r>
            <a:endParaRPr sz="17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pc="225"/>
              <a:t>Data</a:t>
            </a:r>
            <a:r>
              <a:rPr dirty="0" spc="-200"/>
              <a:t> </a:t>
            </a:r>
            <a:r>
              <a:rPr dirty="0" spc="200"/>
              <a:t>Cleaning</a:t>
            </a:r>
            <a:r>
              <a:rPr dirty="0" spc="-200"/>
              <a:t> </a:t>
            </a:r>
            <a:r>
              <a:rPr dirty="0" spc="95"/>
              <a:t>Protocol</a:t>
            </a:r>
          </a:p>
          <a:p>
            <a:pPr marL="12700" marR="296545">
              <a:lnSpc>
                <a:spcPct val="116799"/>
              </a:lnSpc>
              <a:spcBef>
                <a:spcPts val="705"/>
              </a:spcBef>
            </a:pP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Missing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65" b="0">
                <a:solidFill>
                  <a:srgbClr val="000000"/>
                </a:solidFill>
                <a:latin typeface="Lucida Sans Unicode"/>
                <a:cs typeface="Lucida Sans Unicode"/>
              </a:rPr>
              <a:t>values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60" b="0">
                <a:solidFill>
                  <a:srgbClr val="000000"/>
                </a:solidFill>
                <a:latin typeface="Lucida Sans Unicode"/>
                <a:cs typeface="Lucida Sans Unicode"/>
              </a:rPr>
              <a:t>were</a:t>
            </a:r>
            <a:r>
              <a:rPr dirty="0" sz="170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70" b="0">
                <a:solidFill>
                  <a:srgbClr val="000000"/>
                </a:solidFill>
                <a:latin typeface="Lucida Sans Unicode"/>
                <a:cs typeface="Lucida Sans Unicode"/>
              </a:rPr>
              <a:t>addressed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80" b="0">
                <a:solidFill>
                  <a:srgbClr val="000000"/>
                </a:solidFill>
                <a:latin typeface="Lucida Sans Unicode"/>
                <a:cs typeface="Lucida Sans Unicode"/>
              </a:rPr>
              <a:t>by</a:t>
            </a:r>
            <a:r>
              <a:rPr dirty="0" sz="170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50" b="0">
                <a:solidFill>
                  <a:srgbClr val="000000"/>
                </a:solidFill>
                <a:latin typeface="Lucida Sans Unicode"/>
                <a:cs typeface="Lucida Sans Unicode"/>
              </a:rPr>
              <a:t>replacing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75" b="0">
                <a:solidFill>
                  <a:srgbClr val="000000"/>
                </a:solidFill>
                <a:latin typeface="Lucida Sans Unicode"/>
                <a:cs typeface="Lucida Sans Unicode"/>
              </a:rPr>
              <a:t>them</a:t>
            </a:r>
            <a:r>
              <a:rPr dirty="0" sz="170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with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50" b="0">
                <a:solidFill>
                  <a:srgbClr val="000000"/>
                </a:solidFill>
                <a:latin typeface="Lucida Sans Unicode"/>
                <a:cs typeface="Lucida Sans Unicode"/>
              </a:rPr>
              <a:t>"Not</a:t>
            </a:r>
            <a:r>
              <a:rPr dirty="0" sz="170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Specified"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or </a:t>
            </a:r>
            <a:r>
              <a:rPr dirty="0" sz="1700" spc="-50" b="0">
                <a:solidFill>
                  <a:srgbClr val="000000"/>
                </a:solidFill>
                <a:latin typeface="Lucida Sans Unicode"/>
                <a:cs typeface="Lucida Sans Unicode"/>
              </a:rPr>
              <a:t>"Not</a:t>
            </a:r>
            <a:r>
              <a:rPr dirty="0" sz="1700" spc="-7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Defined".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80" b="0">
                <a:solidFill>
                  <a:srgbClr val="000000"/>
                </a:solidFill>
                <a:latin typeface="Lucida Sans Unicode"/>
                <a:cs typeface="Lucida Sans Unicode"/>
              </a:rPr>
              <a:t>Data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55" b="0">
                <a:solidFill>
                  <a:srgbClr val="000000"/>
                </a:solidFill>
                <a:latin typeface="Lucida Sans Unicode"/>
                <a:cs typeface="Lucida Sans Unicode"/>
              </a:rPr>
              <a:t>types</a:t>
            </a:r>
            <a:r>
              <a:rPr dirty="0" sz="1700" spc="-7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60" b="0">
                <a:solidFill>
                  <a:srgbClr val="000000"/>
                </a:solidFill>
                <a:latin typeface="Lucida Sans Unicode"/>
                <a:cs typeface="Lucida Sans Unicode"/>
              </a:rPr>
              <a:t>were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rigorously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55" b="0">
                <a:solidFill>
                  <a:srgbClr val="000000"/>
                </a:solidFill>
                <a:latin typeface="Lucida Sans Unicode"/>
                <a:cs typeface="Lucida Sans Unicode"/>
              </a:rPr>
              <a:t>converted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0" b="0">
                <a:solidFill>
                  <a:srgbClr val="000000"/>
                </a:solidFill>
                <a:latin typeface="Lucida Sans Unicode"/>
                <a:cs typeface="Lucida Sans Unicode"/>
              </a:rPr>
              <a:t>for</a:t>
            </a:r>
            <a:r>
              <a:rPr dirty="0" sz="1700" spc="-7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85" b="0">
                <a:solidFill>
                  <a:srgbClr val="000000"/>
                </a:solidFill>
                <a:latin typeface="Lucida Sans Unicode"/>
                <a:cs typeface="Lucida Sans Unicode"/>
              </a:rPr>
              <a:t>accuracy.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 b="0">
                <a:solidFill>
                  <a:srgbClr val="000000"/>
                </a:solidFill>
                <a:latin typeface="Lucida Sans Unicode"/>
                <a:cs typeface="Lucida Sans Unicode"/>
              </a:rPr>
              <a:t>University </a:t>
            </a:r>
            <a:r>
              <a:rPr dirty="0" sz="1700" spc="110" b="0">
                <a:solidFill>
                  <a:srgbClr val="000000"/>
                </a:solidFill>
                <a:latin typeface="Lucida Sans Unicode"/>
                <a:cs typeface="Lucida Sans Unicode"/>
              </a:rPr>
              <a:t>and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45" b="0">
                <a:solidFill>
                  <a:srgbClr val="000000"/>
                </a:solidFill>
                <a:latin typeface="Lucida Sans Unicode"/>
                <a:cs typeface="Lucida Sans Unicode"/>
              </a:rPr>
              <a:t>College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35" b="0">
                <a:solidFill>
                  <a:srgbClr val="000000"/>
                </a:solidFill>
                <a:latin typeface="Lucida Sans Unicode"/>
                <a:cs typeface="Lucida Sans Unicode"/>
              </a:rPr>
              <a:t>IDs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60" b="0">
                <a:solidFill>
                  <a:srgbClr val="000000"/>
                </a:solidFill>
                <a:latin typeface="Lucida Sans Unicode"/>
                <a:cs typeface="Lucida Sans Unicode"/>
              </a:rPr>
              <a:t>were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80" b="0">
                <a:solidFill>
                  <a:srgbClr val="000000"/>
                </a:solidFill>
                <a:latin typeface="Lucida Sans Unicode"/>
                <a:cs typeface="Lucida Sans Unicode"/>
              </a:rPr>
              <a:t>separated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from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55" b="0">
                <a:solidFill>
                  <a:srgbClr val="000000"/>
                </a:solidFill>
                <a:latin typeface="Lucida Sans Unicode"/>
                <a:cs typeface="Lucida Sans Unicode"/>
              </a:rPr>
              <a:t>names,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110" b="0">
                <a:solidFill>
                  <a:srgbClr val="000000"/>
                </a:solidFill>
                <a:latin typeface="Lucida Sans Unicode"/>
                <a:cs typeface="Lucida Sans Unicode"/>
              </a:rPr>
              <a:t>and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215" b="0">
                <a:solidFill>
                  <a:srgbClr val="000000"/>
                </a:solidFill>
                <a:latin typeface="Lucida Sans Unicode"/>
                <a:cs typeface="Lucida Sans Unicode"/>
              </a:rPr>
              <a:t>a</a:t>
            </a:r>
            <a:r>
              <a:rPr dirty="0" sz="1700" spc="-6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75" b="0">
                <a:solidFill>
                  <a:srgbClr val="000000"/>
                </a:solidFill>
                <a:latin typeface="Lucida Sans Unicode"/>
                <a:cs typeface="Lucida Sans Unicode"/>
              </a:rPr>
              <a:t>random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45" b="0">
                <a:solidFill>
                  <a:srgbClr val="000000"/>
                </a:solidFill>
                <a:latin typeface="Lucida Sans Unicode"/>
                <a:cs typeface="Lucida Sans Unicode"/>
              </a:rPr>
              <a:t>sampling ensured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60" b="0">
                <a:solidFill>
                  <a:srgbClr val="000000"/>
                </a:solidFill>
                <a:latin typeface="Lucida Sans Unicode"/>
                <a:cs typeface="Lucida Sans Unicode"/>
              </a:rPr>
              <a:t>state</a:t>
            </a:r>
            <a:r>
              <a:rPr dirty="0" sz="1700" spc="-6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 b="0">
                <a:solidFill>
                  <a:srgbClr val="000000"/>
                </a:solidFill>
                <a:latin typeface="Lucida Sans Unicode"/>
                <a:cs typeface="Lucida Sans Unicode"/>
              </a:rPr>
              <a:t>representation.</a:t>
            </a:r>
            <a:endParaRPr sz="1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pc="170"/>
              <a:t>Key</a:t>
            </a:r>
            <a:r>
              <a:rPr dirty="0" spc="-204"/>
              <a:t> </a:t>
            </a:r>
            <a:r>
              <a:rPr dirty="0" spc="225"/>
              <a:t>Data</a:t>
            </a:r>
            <a:r>
              <a:rPr dirty="0" spc="-204"/>
              <a:t> </a:t>
            </a:r>
            <a:r>
              <a:rPr dirty="0" spc="114"/>
              <a:t>Points</a:t>
            </a:r>
          </a:p>
          <a:p>
            <a:pPr marL="12700" marR="1625600">
              <a:lnSpc>
                <a:spcPct val="116799"/>
              </a:lnSpc>
              <a:spcBef>
                <a:spcPts val="490"/>
              </a:spcBef>
            </a:pP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Focus</a:t>
            </a:r>
            <a:r>
              <a:rPr dirty="0" sz="1700" spc="-2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110" b="0">
                <a:solidFill>
                  <a:srgbClr val="000000"/>
                </a:solidFill>
                <a:latin typeface="Lucida Sans Unicode"/>
                <a:cs typeface="Lucida Sans Unicode"/>
              </a:rPr>
              <a:t>was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95" b="0">
                <a:solidFill>
                  <a:srgbClr val="000000"/>
                </a:solidFill>
                <a:latin typeface="Lucida Sans Unicode"/>
                <a:cs typeface="Lucida Sans Unicode"/>
              </a:rPr>
              <a:t>placed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30" b="0">
                <a:solidFill>
                  <a:srgbClr val="000000"/>
                </a:solidFill>
                <a:latin typeface="Lucida Sans Unicode"/>
                <a:cs typeface="Lucida Sans Unicode"/>
              </a:rPr>
              <a:t>on: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State,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40" b="0">
                <a:solidFill>
                  <a:srgbClr val="000000"/>
                </a:solidFill>
                <a:latin typeface="Lucida Sans Unicode"/>
                <a:cs typeface="Lucida Sans Unicode"/>
              </a:rPr>
              <a:t>District,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95" b="0">
                <a:solidFill>
                  <a:srgbClr val="000000"/>
                </a:solidFill>
                <a:latin typeface="Lucida Sans Unicode"/>
                <a:cs typeface="Lucida Sans Unicode"/>
              </a:rPr>
              <a:t>Management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 b="0">
                <a:solidFill>
                  <a:srgbClr val="000000"/>
                </a:solidFill>
                <a:latin typeface="Lucida Sans Unicode"/>
                <a:cs typeface="Lucida Sans Unicode"/>
              </a:rPr>
              <a:t>Type,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Year</a:t>
            </a:r>
            <a:r>
              <a:rPr dirty="0" sz="1700" spc="-1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25" b="0">
                <a:solidFill>
                  <a:srgbClr val="000000"/>
                </a:solidFill>
                <a:latin typeface="Lucida Sans Unicode"/>
                <a:cs typeface="Lucida Sans Unicode"/>
              </a:rPr>
              <a:t>of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Establishment,</a:t>
            </a:r>
            <a:r>
              <a:rPr dirty="0" sz="1700" spc="-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Location, </a:t>
            </a:r>
            <a:r>
              <a:rPr dirty="0" sz="1700" spc="110" b="0">
                <a:solidFill>
                  <a:srgbClr val="000000"/>
                </a:solidFill>
                <a:latin typeface="Lucida Sans Unicode"/>
                <a:cs typeface="Lucida Sans Unicode"/>
              </a:rPr>
              <a:t>and</a:t>
            </a:r>
            <a:r>
              <a:rPr dirty="0" sz="1700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45" b="0">
                <a:solidFill>
                  <a:srgbClr val="000000"/>
                </a:solidFill>
                <a:latin typeface="Lucida Sans Unicode"/>
                <a:cs typeface="Lucida Sans Unicode"/>
              </a:rPr>
              <a:t>College</a:t>
            </a:r>
            <a:r>
              <a:rPr dirty="0" sz="1700" spc="-5" b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700" spc="-10" b="0">
                <a:solidFill>
                  <a:srgbClr val="000000"/>
                </a:solidFill>
                <a:latin typeface="Lucida Sans Unicode"/>
                <a:cs typeface="Lucida Sans Unicode"/>
              </a:rPr>
              <a:t>Type.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7" y="725069"/>
            <a:ext cx="17657514" cy="95619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768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40"/>
              <a:t>Key</a:t>
            </a:r>
            <a:r>
              <a:rPr dirty="0" spc="-200"/>
              <a:t> </a:t>
            </a:r>
            <a:r>
              <a:rPr dirty="0" spc="170"/>
              <a:t>Performance</a:t>
            </a:r>
            <a:r>
              <a:rPr dirty="0" spc="-195"/>
              <a:t> </a:t>
            </a:r>
            <a:r>
              <a:rPr dirty="0" spc="85"/>
              <a:t>Indicators</a:t>
            </a:r>
            <a:r>
              <a:rPr dirty="0" spc="-195"/>
              <a:t> </a:t>
            </a:r>
            <a:r>
              <a:rPr dirty="0" spc="270"/>
              <a:t>for</a:t>
            </a:r>
            <a:r>
              <a:rPr dirty="0" spc="-195"/>
              <a:t> </a:t>
            </a:r>
            <a:r>
              <a:rPr dirty="0"/>
              <a:t>Education</a:t>
            </a:r>
            <a:r>
              <a:rPr dirty="0" spc="-200"/>
              <a:t> </a:t>
            </a:r>
            <a:r>
              <a:rPr dirty="0" spc="-10"/>
              <a:t>Analysis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154482" y="3944221"/>
            <a:ext cx="2895600" cy="2493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469265">
              <a:lnSpc>
                <a:spcPct val="117600"/>
              </a:lnSpc>
              <a:spcBef>
                <a:spcPts val="95"/>
              </a:spcBef>
            </a:pPr>
            <a:r>
              <a:rPr dirty="0" sz="1700" spc="80" b="1">
                <a:solidFill>
                  <a:srgbClr val="FFFFFF"/>
                </a:solidFill>
                <a:latin typeface="Trebuchet MS"/>
                <a:cs typeface="Trebuchet MS"/>
              </a:rPr>
              <a:t>Private</a:t>
            </a:r>
            <a:r>
              <a:rPr dirty="0" sz="17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20" b="1">
                <a:solidFill>
                  <a:srgbClr val="FFFFFF"/>
                </a:solidFill>
                <a:latin typeface="Trebuchet MS"/>
                <a:cs typeface="Trebuchet MS"/>
              </a:rPr>
              <a:t>College</a:t>
            </a:r>
            <a:r>
              <a:rPr dirty="0" sz="17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05" b="1">
                <a:solidFill>
                  <a:srgbClr val="FFFFFF"/>
                </a:solidFill>
                <a:latin typeface="Trebuchet MS"/>
                <a:cs typeface="Trebuchet MS"/>
              </a:rPr>
              <a:t>Share </a:t>
            </a:r>
            <a:r>
              <a:rPr dirty="0" sz="1700" spc="204" b="1">
                <a:solidFill>
                  <a:srgbClr val="FFFFFF"/>
                </a:solidFill>
                <a:latin typeface="Trebuchet MS"/>
                <a:cs typeface="Trebuchet MS"/>
              </a:rPr>
              <a:t>(%)</a:t>
            </a:r>
            <a:endParaRPr sz="1700">
              <a:latin typeface="Trebuchet MS"/>
              <a:cs typeface="Trebuchet MS"/>
            </a:endParaRPr>
          </a:p>
          <a:p>
            <a:pPr algn="ctr" marL="13970">
              <a:lnSpc>
                <a:spcPct val="100000"/>
              </a:lnSpc>
              <a:spcBef>
                <a:spcPts val="1475"/>
              </a:spcBef>
            </a:pPr>
            <a:r>
              <a:rPr dirty="0" sz="1700">
                <a:latin typeface="Lucida Sans Unicode"/>
                <a:cs typeface="Lucida Sans Unicode"/>
              </a:rPr>
              <a:t>Formula: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65">
                <a:latin typeface="Lucida Sans Unicode"/>
                <a:cs typeface="Lucida Sans Unicode"/>
              </a:rPr>
              <a:t>(Private</a:t>
            </a:r>
            <a:r>
              <a:rPr dirty="0" sz="1700" spc="-25">
                <a:latin typeface="Lucida Sans Unicode"/>
                <a:cs typeface="Lucida Sans Unicode"/>
              </a:rPr>
              <a:t> </a:t>
            </a:r>
            <a:r>
              <a:rPr dirty="0" sz="1700" spc="35">
                <a:latin typeface="Lucida Sans Unicode"/>
                <a:cs typeface="Lucida Sans Unicode"/>
              </a:rPr>
              <a:t>Colleges</a:t>
            </a:r>
            <a:endParaRPr sz="1700">
              <a:latin typeface="Lucida Sans Unicode"/>
              <a:cs typeface="Lucida Sans Unicode"/>
            </a:endParaRPr>
          </a:p>
          <a:p>
            <a:pPr algn="ctr" marL="14604">
              <a:lnSpc>
                <a:spcPct val="100000"/>
              </a:lnSpc>
              <a:spcBef>
                <a:spcPts val="345"/>
              </a:spcBef>
            </a:pPr>
            <a:r>
              <a:rPr dirty="0" sz="1700" spc="-80">
                <a:latin typeface="Lucida Sans Unicode"/>
                <a:cs typeface="Lucida Sans Unicode"/>
              </a:rPr>
              <a:t>/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Total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65">
                <a:latin typeface="Lucida Sans Unicode"/>
                <a:cs typeface="Lucida Sans Unicode"/>
              </a:rPr>
              <a:t>Colleges)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×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100</a:t>
            </a:r>
            <a:endParaRPr sz="1700">
              <a:latin typeface="Lucida Sans Unicode"/>
              <a:cs typeface="Lucida Sans Unicode"/>
            </a:endParaRPr>
          </a:p>
          <a:p>
            <a:pPr marL="12700" marR="45720">
              <a:lnSpc>
                <a:spcPct val="117000"/>
              </a:lnSpc>
              <a:spcBef>
                <a:spcPts val="1570"/>
              </a:spcBef>
            </a:pPr>
            <a:r>
              <a:rPr dirty="0" sz="1700" spc="60">
                <a:latin typeface="Lucida Sans Unicode"/>
                <a:cs typeface="Lucida Sans Unicode"/>
              </a:rPr>
              <a:t>Measures</a:t>
            </a:r>
            <a:r>
              <a:rPr dirty="0" sz="1700" spc="-3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the</a:t>
            </a:r>
            <a:r>
              <a:rPr dirty="0" sz="1700" spc="-3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extent</a:t>
            </a:r>
            <a:r>
              <a:rPr dirty="0" sz="1700" spc="-35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of </a:t>
            </a:r>
            <a:r>
              <a:rPr dirty="0" sz="1700" spc="45">
                <a:latin typeface="Lucida Sans Unicode"/>
                <a:cs typeface="Lucida Sans Unicode"/>
              </a:rPr>
              <a:t>private</a:t>
            </a:r>
            <a:r>
              <a:rPr dirty="0" sz="1700" spc="5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sector</a:t>
            </a:r>
            <a:r>
              <a:rPr dirty="0" sz="1700" spc="60">
                <a:latin typeface="Lucida Sans Unicode"/>
                <a:cs typeface="Lucida Sans Unicode"/>
              </a:rPr>
              <a:t> </a:t>
            </a:r>
            <a:r>
              <a:rPr dirty="0" sz="1700" spc="75">
                <a:latin typeface="Lucida Sans Unicode"/>
                <a:cs typeface="Lucida Sans Unicode"/>
              </a:rPr>
              <a:t>dominance </a:t>
            </a:r>
            <a:r>
              <a:rPr dirty="0" sz="1700">
                <a:latin typeface="Lucida Sans Unicode"/>
                <a:cs typeface="Lucida Sans Unicode"/>
              </a:rPr>
              <a:t>in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higher</a:t>
            </a:r>
            <a:r>
              <a:rPr dirty="0" sz="1700" spc="-2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education.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048562" y="3922366"/>
            <a:ext cx="2943860" cy="2448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209" marR="202565">
              <a:lnSpc>
                <a:spcPct val="117600"/>
              </a:lnSpc>
              <a:spcBef>
                <a:spcPts val="95"/>
              </a:spcBef>
            </a:pPr>
            <a:r>
              <a:rPr dirty="0" sz="1700" spc="114" b="1">
                <a:solidFill>
                  <a:srgbClr val="FFFFFF"/>
                </a:solidFill>
                <a:latin typeface="Trebuchet MS"/>
                <a:cs typeface="Trebuchet MS"/>
              </a:rPr>
              <a:t>Private-</a:t>
            </a:r>
            <a:r>
              <a:rPr dirty="0" sz="1700" spc="165" b="1">
                <a:solidFill>
                  <a:srgbClr val="FFFFFF"/>
                </a:solidFill>
                <a:latin typeface="Trebuchet MS"/>
                <a:cs typeface="Trebuchet MS"/>
              </a:rPr>
              <a:t>to-</a:t>
            </a:r>
            <a:r>
              <a:rPr dirty="0" sz="1700" spc="114" b="1">
                <a:solidFill>
                  <a:srgbClr val="FFFFFF"/>
                </a:solidFill>
                <a:latin typeface="Trebuchet MS"/>
                <a:cs typeface="Trebuchet MS"/>
              </a:rPr>
              <a:t>Government </a:t>
            </a:r>
            <a:r>
              <a:rPr dirty="0" sz="1700" spc="80" b="1">
                <a:solidFill>
                  <a:srgbClr val="FFFFFF"/>
                </a:solidFill>
                <a:latin typeface="Trebuchet MS"/>
                <a:cs typeface="Trebuchet MS"/>
              </a:rPr>
              <a:t>Ratio</a:t>
            </a:r>
            <a:endParaRPr sz="1700">
              <a:latin typeface="Trebuchet MS"/>
              <a:cs typeface="Trebuchet MS"/>
            </a:endParaRPr>
          </a:p>
          <a:p>
            <a:pPr marL="283845" marR="5080" indent="-271780">
              <a:lnSpc>
                <a:spcPct val="117000"/>
              </a:lnSpc>
              <a:spcBef>
                <a:spcPts val="825"/>
              </a:spcBef>
            </a:pPr>
            <a:r>
              <a:rPr dirty="0" sz="1700">
                <a:latin typeface="Lucida Sans Unicode"/>
                <a:cs typeface="Lucida Sans Unicode"/>
              </a:rPr>
              <a:t>Formula:</a:t>
            </a:r>
            <a:r>
              <a:rPr dirty="0" sz="1700" spc="6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Private</a:t>
            </a:r>
            <a:r>
              <a:rPr dirty="0" sz="1700" spc="65">
                <a:latin typeface="Lucida Sans Unicode"/>
                <a:cs typeface="Lucida Sans Unicode"/>
              </a:rPr>
              <a:t> </a:t>
            </a:r>
            <a:r>
              <a:rPr dirty="0" sz="1700" spc="45">
                <a:latin typeface="Lucida Sans Unicode"/>
                <a:cs typeface="Lucida Sans Unicode"/>
              </a:rPr>
              <a:t>Colleges</a:t>
            </a:r>
            <a:r>
              <a:rPr dirty="0" sz="1700" spc="60">
                <a:latin typeface="Lucida Sans Unicode"/>
                <a:cs typeface="Lucida Sans Unicode"/>
              </a:rPr>
              <a:t> </a:t>
            </a:r>
            <a:r>
              <a:rPr dirty="0" sz="1700" spc="-50">
                <a:latin typeface="Lucida Sans Unicode"/>
                <a:cs typeface="Lucida Sans Unicode"/>
              </a:rPr>
              <a:t>/ </a:t>
            </a:r>
            <a:r>
              <a:rPr dirty="0" sz="1700" spc="60">
                <a:latin typeface="Lucida Sans Unicode"/>
                <a:cs typeface="Lucida Sans Unicode"/>
              </a:rPr>
              <a:t>Government</a:t>
            </a:r>
            <a:r>
              <a:rPr dirty="0" sz="1700" spc="-75">
                <a:latin typeface="Lucida Sans Unicode"/>
                <a:cs typeface="Lucida Sans Unicode"/>
              </a:rPr>
              <a:t> </a:t>
            </a:r>
            <a:r>
              <a:rPr dirty="0" sz="1700" spc="35">
                <a:latin typeface="Lucida Sans Unicode"/>
                <a:cs typeface="Lucida Sans Unicode"/>
              </a:rPr>
              <a:t>Colleges</a:t>
            </a:r>
            <a:endParaRPr sz="1700">
              <a:latin typeface="Lucida Sans Unicode"/>
              <a:cs typeface="Lucida Sans Unicode"/>
            </a:endParaRPr>
          </a:p>
          <a:p>
            <a:pPr marL="29209" marR="80645">
              <a:lnSpc>
                <a:spcPct val="117000"/>
              </a:lnSpc>
              <a:spcBef>
                <a:spcPts val="1520"/>
              </a:spcBef>
            </a:pPr>
            <a:r>
              <a:rPr dirty="0" sz="1700" spc="50">
                <a:latin typeface="Lucida Sans Unicode"/>
                <a:cs typeface="Lucida Sans Unicode"/>
              </a:rPr>
              <a:t>Indicates</a:t>
            </a:r>
            <a:r>
              <a:rPr dirty="0" sz="1700">
                <a:latin typeface="Lucida Sans Unicode"/>
                <a:cs typeface="Lucida Sans Unicode"/>
              </a:rPr>
              <a:t> the </a:t>
            </a:r>
            <a:r>
              <a:rPr dirty="0" sz="1700" spc="-10">
                <a:latin typeface="Lucida Sans Unicode"/>
                <a:cs typeface="Lucida Sans Unicode"/>
              </a:rPr>
              <a:t>structural shift</a:t>
            </a:r>
            <a:r>
              <a:rPr dirty="0" sz="1700" spc="-90">
                <a:latin typeface="Lucida Sans Unicode"/>
                <a:cs typeface="Lucida Sans Unicode"/>
              </a:rPr>
              <a:t> </a:t>
            </a:r>
            <a:r>
              <a:rPr dirty="0" sz="1700" spc="50">
                <a:latin typeface="Lucida Sans Unicode"/>
                <a:cs typeface="Lucida Sans Unicode"/>
              </a:rPr>
              <a:t>towards</a:t>
            </a:r>
            <a:r>
              <a:rPr dirty="0" sz="1700" spc="-8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privatisation </a:t>
            </a:r>
            <a:r>
              <a:rPr dirty="0" sz="1700">
                <a:latin typeface="Lucida Sans Unicode"/>
                <a:cs typeface="Lucida Sans Unicode"/>
              </a:rPr>
              <a:t>within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the</a:t>
            </a:r>
            <a:r>
              <a:rPr dirty="0" sz="1700" spc="-1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system.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977119" y="4014127"/>
            <a:ext cx="2308860" cy="2876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120" b="1">
                <a:solidFill>
                  <a:srgbClr val="FFFFFF"/>
                </a:solidFill>
                <a:latin typeface="Trebuchet MS"/>
                <a:cs typeface="Trebuchet MS"/>
              </a:rPr>
              <a:t>College</a:t>
            </a:r>
            <a:r>
              <a:rPr dirty="0" sz="17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95" b="1">
                <a:solidFill>
                  <a:srgbClr val="FFFFFF"/>
                </a:solidFill>
                <a:latin typeface="Trebuchet MS"/>
                <a:cs typeface="Trebuchet MS"/>
              </a:rPr>
              <a:t>Growth</a:t>
            </a:r>
            <a:r>
              <a:rPr dirty="0" sz="17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85" b="1">
                <a:solidFill>
                  <a:srgbClr val="FFFFFF"/>
                </a:solidFill>
                <a:latin typeface="Trebuchet MS"/>
                <a:cs typeface="Trebuchet MS"/>
              </a:rPr>
              <a:t>Rate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74353" y="4636827"/>
            <a:ext cx="2971165" cy="23183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19075">
              <a:lnSpc>
                <a:spcPct val="117000"/>
              </a:lnSpc>
              <a:spcBef>
                <a:spcPts val="95"/>
              </a:spcBef>
            </a:pPr>
            <a:r>
              <a:rPr dirty="0" sz="1700">
                <a:latin typeface="Lucida Sans Unicode"/>
                <a:cs typeface="Lucida Sans Unicode"/>
              </a:rPr>
              <a:t>Formula: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50">
                <a:latin typeface="Lucida Sans Unicode"/>
                <a:cs typeface="Lucida Sans Unicode"/>
              </a:rPr>
              <a:t>(Current</a:t>
            </a:r>
            <a:r>
              <a:rPr dirty="0" sz="1700" spc="-3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Year </a:t>
            </a:r>
            <a:r>
              <a:rPr dirty="0" sz="1700" spc="45">
                <a:latin typeface="Lucida Sans Unicode"/>
                <a:cs typeface="Lucida Sans Unicode"/>
              </a:rPr>
              <a:t>Colleges</a:t>
            </a:r>
            <a:r>
              <a:rPr dirty="0" sz="1700" spc="-2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-</a:t>
            </a:r>
            <a:r>
              <a:rPr dirty="0" sz="1700" spc="-2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Previous</a:t>
            </a:r>
            <a:r>
              <a:rPr dirty="0" sz="1700" spc="-20">
                <a:latin typeface="Lucida Sans Unicode"/>
                <a:cs typeface="Lucida Sans Unicode"/>
              </a:rPr>
              <a:t> Year </a:t>
            </a:r>
            <a:r>
              <a:rPr dirty="0" sz="1700" spc="65">
                <a:latin typeface="Lucida Sans Unicode"/>
                <a:cs typeface="Lucida Sans Unicode"/>
              </a:rPr>
              <a:t>Colleges)</a:t>
            </a:r>
            <a:r>
              <a:rPr dirty="0" sz="1700" spc="-5">
                <a:latin typeface="Lucida Sans Unicode"/>
                <a:cs typeface="Lucida Sans Unicode"/>
              </a:rPr>
              <a:t> </a:t>
            </a:r>
            <a:r>
              <a:rPr dirty="0" sz="1700" spc="-80">
                <a:latin typeface="Lucida Sans Unicode"/>
                <a:cs typeface="Lucida Sans Unicode"/>
              </a:rPr>
              <a:t>/</a:t>
            </a:r>
            <a:r>
              <a:rPr dirty="0" sz="1700">
                <a:latin typeface="Lucida Sans Unicode"/>
                <a:cs typeface="Lucida Sans Unicode"/>
              </a:rPr>
              <a:t> Previous </a:t>
            </a:r>
            <a:r>
              <a:rPr dirty="0" sz="1700" spc="-20">
                <a:latin typeface="Lucida Sans Unicode"/>
                <a:cs typeface="Lucida Sans Unicode"/>
              </a:rPr>
              <a:t>Year </a:t>
            </a:r>
            <a:r>
              <a:rPr dirty="0" sz="1700" spc="45">
                <a:latin typeface="Lucida Sans Unicode"/>
                <a:cs typeface="Lucida Sans Unicode"/>
              </a:rPr>
              <a:t>Colleges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260">
                <a:latin typeface="Lucida Sans Unicode"/>
                <a:cs typeface="Lucida Sans Unicode"/>
              </a:rPr>
              <a:t>×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25">
                <a:latin typeface="Lucida Sans Unicode"/>
                <a:cs typeface="Lucida Sans Unicode"/>
              </a:rPr>
              <a:t>100</a:t>
            </a:r>
            <a:endParaRPr sz="1700">
              <a:latin typeface="Lucida Sans Unicode"/>
              <a:cs typeface="Lucida Sans Unicode"/>
            </a:endParaRPr>
          </a:p>
          <a:p>
            <a:pPr marL="15240" marR="5080">
              <a:lnSpc>
                <a:spcPct val="117000"/>
              </a:lnSpc>
              <a:spcBef>
                <a:spcPts val="1340"/>
              </a:spcBef>
            </a:pPr>
            <a:r>
              <a:rPr dirty="0" sz="1700">
                <a:latin typeface="Lucida Sans Unicode"/>
                <a:cs typeface="Lucida Sans Unicode"/>
              </a:rPr>
              <a:t>Tracks</a:t>
            </a:r>
            <a:r>
              <a:rPr dirty="0" sz="1700" spc="7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the</a:t>
            </a:r>
            <a:r>
              <a:rPr dirty="0" sz="1700" spc="7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expansion</a:t>
            </a:r>
            <a:r>
              <a:rPr dirty="0" sz="1700" spc="8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trend </a:t>
            </a:r>
            <a:r>
              <a:rPr dirty="0" sz="1700">
                <a:latin typeface="Lucida Sans Unicode"/>
                <a:cs typeface="Lucida Sans Unicode"/>
              </a:rPr>
              <a:t>of</a:t>
            </a:r>
            <a:r>
              <a:rPr dirty="0" sz="1700" spc="-25">
                <a:latin typeface="Lucida Sans Unicode"/>
                <a:cs typeface="Lucida Sans Unicode"/>
              </a:rPr>
              <a:t> </a:t>
            </a:r>
            <a:r>
              <a:rPr dirty="0" sz="1700" spc="45">
                <a:latin typeface="Lucida Sans Unicode"/>
                <a:cs typeface="Lucida Sans Unicode"/>
              </a:rPr>
              <a:t>colleges</a:t>
            </a:r>
            <a:r>
              <a:rPr dirty="0" sz="1700" spc="-2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over</a:t>
            </a:r>
            <a:r>
              <a:rPr dirty="0" sz="1700" spc="-2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specific periods.</a:t>
            </a:r>
            <a:endParaRPr sz="17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752131" y="3944221"/>
            <a:ext cx="2906395" cy="1713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 marR="723265">
              <a:lnSpc>
                <a:spcPct val="117600"/>
              </a:lnSpc>
              <a:spcBef>
                <a:spcPts val="95"/>
              </a:spcBef>
            </a:pPr>
            <a:r>
              <a:rPr dirty="0" sz="1700" spc="100" b="1">
                <a:solidFill>
                  <a:srgbClr val="FFFFFF"/>
                </a:solidFill>
                <a:latin typeface="Trebuchet MS"/>
                <a:cs typeface="Trebuchet MS"/>
              </a:rPr>
              <a:t>Forecasted</a:t>
            </a:r>
            <a:r>
              <a:rPr dirty="0" sz="1700" spc="-1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110" b="1">
                <a:solidFill>
                  <a:srgbClr val="FFFFFF"/>
                </a:solidFill>
                <a:latin typeface="Trebuchet MS"/>
                <a:cs typeface="Trebuchet MS"/>
              </a:rPr>
              <a:t>College </a:t>
            </a:r>
            <a:r>
              <a:rPr dirty="0" sz="1700" spc="125" b="1">
                <a:solidFill>
                  <a:srgbClr val="FFFFFF"/>
                </a:solidFill>
                <a:latin typeface="Trebuchet MS"/>
                <a:cs typeface="Trebuchet MS"/>
              </a:rPr>
              <a:t>Count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17000"/>
              </a:lnSpc>
              <a:spcBef>
                <a:spcPts val="1330"/>
              </a:spcBef>
            </a:pPr>
            <a:r>
              <a:rPr dirty="0" sz="1700">
                <a:latin typeface="Lucida Sans Unicode"/>
                <a:cs typeface="Lucida Sans Unicode"/>
              </a:rPr>
              <a:t>Predicts</a:t>
            </a:r>
            <a:r>
              <a:rPr dirty="0" sz="1700" spc="75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future</a:t>
            </a:r>
            <a:r>
              <a:rPr dirty="0" sz="1700" spc="75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growth </a:t>
            </a:r>
            <a:r>
              <a:rPr dirty="0" sz="1700">
                <a:latin typeface="Lucida Sans Unicode"/>
                <a:cs typeface="Lucida Sans Unicode"/>
              </a:rPr>
              <a:t>trajectories</a:t>
            </a:r>
            <a:r>
              <a:rPr dirty="0" sz="1700" spc="70">
                <a:latin typeface="Lucida Sans Unicode"/>
                <a:cs typeface="Lucida Sans Unicode"/>
              </a:rPr>
              <a:t> </a:t>
            </a:r>
            <a:r>
              <a:rPr dirty="0" sz="1700">
                <a:latin typeface="Lucida Sans Unicode"/>
                <a:cs typeface="Lucida Sans Unicode"/>
              </a:rPr>
              <a:t>of</a:t>
            </a:r>
            <a:r>
              <a:rPr dirty="0" sz="1700" spc="75">
                <a:latin typeface="Lucida Sans Unicode"/>
                <a:cs typeface="Lucida Sans Unicode"/>
              </a:rPr>
              <a:t> </a:t>
            </a:r>
            <a:r>
              <a:rPr dirty="0" sz="1700" spc="55">
                <a:latin typeface="Lucida Sans Unicode"/>
                <a:cs typeface="Lucida Sans Unicode"/>
              </a:rPr>
              <a:t>educational </a:t>
            </a:r>
            <a:r>
              <a:rPr dirty="0" sz="1700" spc="-10">
                <a:latin typeface="Lucida Sans Unicode"/>
                <a:cs typeface="Lucida Sans Unicode"/>
              </a:rPr>
              <a:t>institutions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10">
                <a:latin typeface="Lucida Sans Unicode"/>
                <a:cs typeface="Lucida Sans Unicode"/>
              </a:rPr>
              <a:t>until</a:t>
            </a:r>
            <a:r>
              <a:rPr dirty="0" sz="1700" spc="-70">
                <a:latin typeface="Lucida Sans Unicode"/>
                <a:cs typeface="Lucida Sans Unicode"/>
              </a:rPr>
              <a:t> </a:t>
            </a:r>
            <a:r>
              <a:rPr dirty="0" sz="1700" spc="-20">
                <a:latin typeface="Lucida Sans Unicode"/>
                <a:cs typeface="Lucida Sans Unicode"/>
              </a:rPr>
              <a:t>2030.</a:t>
            </a:r>
            <a:endParaRPr sz="1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5069"/>
            <a:ext cx="17657506" cy="95619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35636" y="1934348"/>
            <a:ext cx="12158345" cy="62293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40"/>
              <a:t>Key</a:t>
            </a:r>
            <a:r>
              <a:rPr dirty="0" spc="-200"/>
              <a:t> </a:t>
            </a:r>
            <a:r>
              <a:rPr dirty="0"/>
              <a:t>Insights</a:t>
            </a:r>
            <a:r>
              <a:rPr dirty="0" spc="-200"/>
              <a:t> </a:t>
            </a:r>
            <a:r>
              <a:rPr dirty="0" spc="235"/>
              <a:t>from</a:t>
            </a:r>
            <a:r>
              <a:rPr dirty="0" spc="-200"/>
              <a:t> </a:t>
            </a:r>
            <a:r>
              <a:rPr dirty="0" spc="114"/>
              <a:t>Exploratory</a:t>
            </a:r>
            <a:r>
              <a:rPr dirty="0" spc="-200"/>
              <a:t> </a:t>
            </a:r>
            <a:r>
              <a:rPr dirty="0" spc="290"/>
              <a:t>Data</a:t>
            </a:r>
            <a:r>
              <a:rPr dirty="0" spc="-195"/>
              <a:t> </a:t>
            </a:r>
            <a:r>
              <a:rPr dirty="0" spc="-25"/>
              <a:t>Analysis</a:t>
            </a:r>
            <a:r>
              <a:rPr dirty="0" spc="-200"/>
              <a:t> </a:t>
            </a:r>
            <a:r>
              <a:rPr dirty="0" spc="-140"/>
              <a:t>(EDA)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074352" y="3590992"/>
            <a:ext cx="258889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85" b="1">
                <a:solidFill>
                  <a:srgbClr val="FFFFFF"/>
                </a:solidFill>
                <a:latin typeface="Trebuchet MS"/>
                <a:cs typeface="Trebuchet MS"/>
              </a:rPr>
              <a:t>Private</a:t>
            </a:r>
            <a:r>
              <a:rPr dirty="0" sz="2050" spc="-15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50" spc="160" b="1">
                <a:solidFill>
                  <a:srgbClr val="FFFFFF"/>
                </a:solidFill>
                <a:latin typeface="Trebuchet MS"/>
                <a:cs typeface="Trebuchet MS"/>
              </a:rPr>
              <a:t>Dominance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74323" y="4232855"/>
            <a:ext cx="3008630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Private</a:t>
            </a:r>
            <a:r>
              <a:rPr dirty="0" sz="1500" spc="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institutions</a:t>
            </a:r>
            <a:r>
              <a:rPr dirty="0" sz="1500" spc="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Lucida Sans Unicode"/>
                <a:cs typeface="Lucida Sans Unicode"/>
              </a:rPr>
              <a:t>now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hold</a:t>
            </a:r>
            <a:r>
              <a:rPr dirty="0" sz="1500" spc="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55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significant</a:t>
            </a:r>
            <a:r>
              <a:rPr dirty="0" sz="1500" spc="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5" b="1">
                <a:solidFill>
                  <a:srgbClr val="FFFFFF"/>
                </a:solidFill>
                <a:latin typeface="Trebuchet MS"/>
                <a:cs typeface="Trebuchet MS"/>
              </a:rPr>
              <a:t>62.74%</a:t>
            </a:r>
            <a:r>
              <a:rPr dirty="0" sz="1500" spc="-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130" b="1">
                <a:solidFill>
                  <a:srgbClr val="FFFFFF"/>
                </a:solidFill>
                <a:latin typeface="Trebuchet MS"/>
                <a:cs typeface="Trebuchet MS"/>
              </a:rPr>
              <a:t>share</a:t>
            </a:r>
            <a:r>
              <a:rPr dirty="0" sz="1500" spc="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higher</a:t>
            </a:r>
            <a:r>
              <a:rPr dirty="0" sz="15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education,</a:t>
            </a:r>
            <a:r>
              <a:rPr dirty="0" sz="150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1500" spc="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nearly</a:t>
            </a:r>
            <a:r>
              <a:rPr dirty="0" sz="15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Lucida Sans Unicode"/>
                <a:cs typeface="Lucida Sans Unicode"/>
              </a:rPr>
              <a:t>2 </a:t>
            </a:r>
            <a:r>
              <a:rPr dirty="0" sz="1500" spc="45">
                <a:solidFill>
                  <a:srgbClr val="FFFFFF"/>
                </a:solidFill>
                <a:latin typeface="Lucida Sans Unicode"/>
                <a:cs typeface="Lucida Sans Unicode"/>
              </a:rPr>
              <a:t>private</a:t>
            </a:r>
            <a:r>
              <a:rPr dirty="0" sz="15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colleges</a:t>
            </a:r>
            <a:r>
              <a:rPr dirty="0" sz="15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15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0">
                <a:solidFill>
                  <a:srgbClr val="FFFFFF"/>
                </a:solidFill>
                <a:latin typeface="Lucida Sans Unicode"/>
                <a:cs typeface="Lucida Sans Unicode"/>
              </a:rPr>
              <a:t>every </a:t>
            </a:r>
            <a:r>
              <a:rPr dirty="0" sz="1500" spc="60">
                <a:solidFill>
                  <a:srgbClr val="FFFFFF"/>
                </a:solidFill>
                <a:latin typeface="Lucida Sans Unicode"/>
                <a:cs typeface="Lucida Sans Unicode"/>
              </a:rPr>
              <a:t>government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college.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81715" y="4232859"/>
            <a:ext cx="311277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1500" spc="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privatisation</a:t>
            </a:r>
            <a:r>
              <a:rPr dirty="0" sz="1500" spc="1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trend</a:t>
            </a:r>
            <a:r>
              <a:rPr dirty="0" sz="150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Lucida Sans Unicode"/>
                <a:cs typeface="Lucida Sans Unicode"/>
              </a:rPr>
              <a:t>has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consistently</a:t>
            </a:r>
            <a:r>
              <a:rPr dirty="0" sz="150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85">
                <a:solidFill>
                  <a:srgbClr val="FFFFFF"/>
                </a:solidFill>
                <a:latin typeface="Lucida Sans Unicode"/>
                <a:cs typeface="Lucida Sans Unicode"/>
              </a:rPr>
              <a:t>accelerated</a:t>
            </a:r>
            <a:r>
              <a:rPr dirty="0" sz="150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over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time,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indicating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204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75">
                <a:solidFill>
                  <a:srgbClr val="FFFFFF"/>
                </a:solidFill>
                <a:latin typeface="Lucida Sans Unicode"/>
                <a:cs typeface="Lucida Sans Unicode"/>
              </a:rPr>
              <a:t>steady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shift</a:t>
            </a:r>
            <a:r>
              <a:rPr dirty="0" sz="15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Lucida Sans Unicode"/>
                <a:cs typeface="Lucida Sans Unicode"/>
              </a:rPr>
              <a:t>in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the </a:t>
            </a:r>
            <a:r>
              <a:rPr dirty="0" sz="1500" spc="65">
                <a:solidFill>
                  <a:srgbClr val="FFFFFF"/>
                </a:solidFill>
                <a:latin typeface="Lucida Sans Unicode"/>
                <a:cs typeface="Lucida Sans Unicode"/>
              </a:rPr>
              <a:t>educational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landscape.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72494" y="4232859"/>
            <a:ext cx="3103245" cy="1549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Private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45">
                <a:solidFill>
                  <a:srgbClr val="FFFFFF"/>
                </a:solidFill>
                <a:latin typeface="Lucida Sans Unicode"/>
                <a:cs typeface="Lucida Sans Unicode"/>
              </a:rPr>
              <a:t>colleges</a:t>
            </a:r>
            <a:r>
              <a:rPr dirty="0" sz="15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65">
                <a:solidFill>
                  <a:srgbClr val="FFFFFF"/>
                </a:solidFill>
                <a:latin typeface="Lucida Sans Unicode"/>
                <a:cs typeface="Lucida Sans Unicode"/>
              </a:rPr>
              <a:t>dominate</a:t>
            </a:r>
            <a:r>
              <a:rPr dirty="0" sz="1500" spc="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Lucida Sans Unicode"/>
                <a:cs typeface="Lucida Sans Unicode"/>
              </a:rPr>
              <a:t>most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states,</a:t>
            </a:r>
            <a:r>
              <a:rPr dirty="0" sz="15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especially</a:t>
            </a:r>
            <a:r>
              <a:rPr dirty="0" sz="15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Tamil</a:t>
            </a:r>
            <a:r>
              <a:rPr dirty="0" sz="15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Nadu, 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Maharashtra,</a:t>
            </a:r>
            <a:r>
              <a:rPr dirty="0" sz="1500" spc="1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10">
                <a:solidFill>
                  <a:srgbClr val="FFFFFF"/>
                </a:solidFill>
                <a:latin typeface="Lucida Sans Unicode"/>
                <a:cs typeface="Lucida Sans Unicode"/>
              </a:rPr>
              <a:t>Karnataka,</a:t>
            </a:r>
            <a:r>
              <a:rPr dirty="0" sz="1500" spc="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80">
                <a:solidFill>
                  <a:srgbClr val="FFFFFF"/>
                </a:solidFill>
                <a:latin typeface="Lucida Sans Unicode"/>
                <a:cs typeface="Lucida Sans Unicode"/>
              </a:rPr>
              <a:t>and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Uttar</a:t>
            </a:r>
            <a:r>
              <a:rPr dirty="0" sz="1500" spc="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Pradesh,</a:t>
            </a:r>
            <a:r>
              <a:rPr dirty="0" sz="1500" spc="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far</a:t>
            </a:r>
            <a:r>
              <a:rPr dirty="0" sz="1500" spc="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35">
                <a:solidFill>
                  <a:srgbClr val="FFFFFF"/>
                </a:solidFill>
                <a:latin typeface="Lucida Sans Unicode"/>
                <a:cs typeface="Lucida Sans Unicode"/>
              </a:rPr>
              <a:t>exceeding </a:t>
            </a:r>
            <a:r>
              <a:rPr dirty="0" sz="1500" spc="60">
                <a:solidFill>
                  <a:srgbClr val="FFFFFF"/>
                </a:solidFill>
                <a:latin typeface="Lucida Sans Unicode"/>
                <a:cs typeface="Lucida Sans Unicode"/>
              </a:rPr>
              <a:t>government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institutions.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719911" y="3579257"/>
            <a:ext cx="248221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130" b="1">
                <a:solidFill>
                  <a:srgbClr val="FFFFFF"/>
                </a:solidFill>
                <a:latin typeface="Trebuchet MS"/>
                <a:cs typeface="Trebuchet MS"/>
              </a:rPr>
              <a:t>Regional</a:t>
            </a:r>
            <a:r>
              <a:rPr dirty="0" sz="205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50" spc="105" b="1">
                <a:solidFill>
                  <a:srgbClr val="FFFFFF"/>
                </a:solidFill>
                <a:latin typeface="Trebuchet MS"/>
                <a:cs typeface="Trebuchet MS"/>
              </a:rPr>
              <a:t>Disparity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464035" y="4232859"/>
            <a:ext cx="3065780" cy="1244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Certain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5">
                <a:solidFill>
                  <a:srgbClr val="FFFFFF"/>
                </a:solidFill>
                <a:latin typeface="Lucida Sans Unicode"/>
                <a:cs typeface="Lucida Sans Unicode"/>
              </a:rPr>
              <a:t>states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exhibit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significantly</a:t>
            </a:r>
            <a:r>
              <a:rPr dirty="0" sz="1500" spc="3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higher</a:t>
            </a:r>
            <a:r>
              <a:rPr dirty="0" sz="1500" spc="3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private-</a:t>
            </a:r>
            <a:r>
              <a:rPr dirty="0" sz="1500" spc="-25">
                <a:solidFill>
                  <a:srgbClr val="FFFFFF"/>
                </a:solidFill>
                <a:latin typeface="Lucida Sans Unicode"/>
                <a:cs typeface="Lucida Sans Unicode"/>
              </a:rPr>
              <a:t>to- </a:t>
            </a:r>
            <a:r>
              <a:rPr dirty="0" sz="1500" spc="60">
                <a:solidFill>
                  <a:srgbClr val="FFFFFF"/>
                </a:solidFill>
                <a:latin typeface="Lucida Sans Unicode"/>
                <a:cs typeface="Lucida Sans Unicode"/>
              </a:rPr>
              <a:t>government</a:t>
            </a:r>
            <a:r>
              <a:rPr dirty="0" sz="15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ratios,</a:t>
            </a:r>
            <a:r>
              <a:rPr dirty="0" sz="15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highlighting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regional</a:t>
            </a:r>
            <a:r>
              <a:rPr dirty="0" sz="1500" spc="229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50">
                <a:solidFill>
                  <a:srgbClr val="FFFFFF"/>
                </a:solidFill>
                <a:latin typeface="Lucida Sans Unicode"/>
                <a:cs typeface="Lucida Sans Unicode"/>
              </a:rPr>
              <a:t>imbalances.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530801" y="3579257"/>
            <a:ext cx="3209925" cy="337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130" b="1">
                <a:solidFill>
                  <a:srgbClr val="FFFFFF"/>
                </a:solidFill>
                <a:latin typeface="Trebuchet MS"/>
                <a:cs typeface="Trebuchet MS"/>
              </a:rPr>
              <a:t>Regional</a:t>
            </a:r>
            <a:r>
              <a:rPr dirty="0" sz="2050" spc="-16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50" spc="110" b="1">
                <a:solidFill>
                  <a:srgbClr val="FFFFFF"/>
                </a:solidFill>
                <a:latin typeface="Trebuchet MS"/>
                <a:cs typeface="Trebuchet MS"/>
              </a:rPr>
              <a:t>Concentration</a:t>
            </a:r>
            <a:endParaRPr sz="20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11603" y="3580526"/>
            <a:ext cx="2279650" cy="3365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50" spc="140" b="1">
                <a:solidFill>
                  <a:srgbClr val="FFFFFF"/>
                </a:solidFill>
                <a:latin typeface="Trebuchet MS"/>
                <a:cs typeface="Trebuchet MS"/>
              </a:rPr>
              <a:t>Increasing</a:t>
            </a:r>
            <a:r>
              <a:rPr dirty="0" sz="205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050" spc="45" b="1">
                <a:solidFill>
                  <a:srgbClr val="FFFFFF"/>
                </a:solidFill>
                <a:latin typeface="Trebuchet MS"/>
                <a:cs typeface="Trebuchet MS"/>
              </a:rPr>
              <a:t>Trend</a:t>
            </a:r>
            <a:endParaRPr sz="2050">
              <a:latin typeface="Trebuchet MS"/>
              <a:cs typeface="Trebuchet MS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675226" y="6111986"/>
            <a:ext cx="14937105" cy="2124075"/>
            <a:chOff x="1675226" y="6111986"/>
            <a:chExt cx="14937105" cy="2124075"/>
          </a:xfrm>
        </p:grpSpPr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75226" y="6111986"/>
              <a:ext cx="3371849" cy="212405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1832" y="6293083"/>
              <a:ext cx="3305159" cy="180974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1565" y="6410035"/>
              <a:ext cx="3143249" cy="162875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49482" y="6432239"/>
              <a:ext cx="3162299" cy="17240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" y="0"/>
            <a:ext cx="18288003" cy="102076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0348" rIns="0" bIns="0" rtlCol="0" vert="horz">
            <a:spAutoFit/>
          </a:bodyPr>
          <a:lstStyle/>
          <a:p>
            <a:pPr marL="95885" marR="5080">
              <a:lnSpc>
                <a:spcPts val="4280"/>
              </a:lnSpc>
              <a:spcBef>
                <a:spcPts val="590"/>
              </a:spcBef>
            </a:pPr>
            <a:r>
              <a:rPr dirty="0" spc="75"/>
              <a:t>Forecasting</a:t>
            </a:r>
            <a:r>
              <a:rPr dirty="0" spc="-200"/>
              <a:t> </a:t>
            </a:r>
            <a:r>
              <a:rPr dirty="0" spc="260"/>
              <a:t>Growth</a:t>
            </a:r>
            <a:r>
              <a:rPr dirty="0" spc="-195"/>
              <a:t> </a:t>
            </a:r>
            <a:r>
              <a:rPr dirty="0" spc="70"/>
              <a:t>and</a:t>
            </a:r>
            <a:r>
              <a:rPr dirty="0" spc="-200"/>
              <a:t> </a:t>
            </a:r>
            <a:r>
              <a:rPr dirty="0" spc="75"/>
              <a:t>Understanding</a:t>
            </a:r>
            <a:r>
              <a:rPr dirty="0" spc="-195"/>
              <a:t> </a:t>
            </a:r>
            <a:r>
              <a:rPr dirty="0" spc="-10"/>
              <a:t>Regional </a:t>
            </a:r>
            <a:r>
              <a:rPr dirty="0" spc="40"/>
              <a:t>Imbalances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522028" y="3686109"/>
            <a:ext cx="7519670" cy="503047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2900" spc="195" b="1">
                <a:solidFill>
                  <a:srgbClr val="FFFFFF"/>
                </a:solidFill>
                <a:latin typeface="Trebuchet MS"/>
                <a:cs typeface="Trebuchet MS"/>
              </a:rPr>
              <a:t>Forecasting</a:t>
            </a:r>
            <a:r>
              <a:rPr dirty="0" sz="29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900" spc="165" b="1">
                <a:solidFill>
                  <a:srgbClr val="FFFFFF"/>
                </a:solidFill>
                <a:latin typeface="Trebuchet MS"/>
                <a:cs typeface="Trebuchet MS"/>
              </a:rPr>
              <a:t>Insights:</a:t>
            </a:r>
            <a:endParaRPr sz="2900">
              <a:latin typeface="Trebuchet MS"/>
              <a:cs typeface="Trebuchet MS"/>
            </a:endParaRPr>
          </a:p>
          <a:p>
            <a:pPr marL="210185" marR="2411730">
              <a:lnSpc>
                <a:spcPct val="115399"/>
              </a:lnSpc>
              <a:spcBef>
                <a:spcPts val="200"/>
              </a:spcBef>
            </a:pPr>
            <a:r>
              <a:rPr dirty="0" sz="1300">
                <a:latin typeface="Lucida Sans Unicode"/>
                <a:cs typeface="Lucida Sans Unicode"/>
              </a:rPr>
              <a:t>The</a:t>
            </a:r>
            <a:r>
              <a:rPr dirty="0" sz="1300" spc="5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number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of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colleges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is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projected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for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 spc="65">
                <a:latin typeface="Lucida Sans Unicode"/>
                <a:cs typeface="Lucida Sans Unicode"/>
              </a:rPr>
              <a:t>steady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growth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until 2030.</a:t>
            </a:r>
            <a:endParaRPr sz="1300">
              <a:latin typeface="Lucida Sans Unicode"/>
              <a:cs typeface="Lucida Sans Unicode"/>
            </a:endParaRPr>
          </a:p>
          <a:p>
            <a:pPr marL="210185" marR="2120265">
              <a:lnSpc>
                <a:spcPct val="115399"/>
              </a:lnSpc>
            </a:pPr>
            <a:r>
              <a:rPr dirty="0" sz="1300">
                <a:latin typeface="Lucida Sans Unicode"/>
                <a:cs typeface="Lucida Sans Unicode"/>
              </a:rPr>
              <a:t>An</a:t>
            </a:r>
            <a:r>
              <a:rPr dirty="0" sz="1300" spc="15">
                <a:latin typeface="Lucida Sans Unicode"/>
                <a:cs typeface="Lucida Sans Unicode"/>
              </a:rPr>
              <a:t> </a:t>
            </a:r>
            <a:r>
              <a:rPr dirty="0" sz="1300" spc="55">
                <a:latin typeface="Lucida Sans Unicode"/>
                <a:cs typeface="Lucida Sans Unicode"/>
              </a:rPr>
              <a:t>estimated</a:t>
            </a:r>
            <a:r>
              <a:rPr dirty="0" sz="1300" spc="1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growth</a:t>
            </a:r>
            <a:r>
              <a:rPr dirty="0" sz="1300" spc="1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of</a:t>
            </a:r>
            <a:r>
              <a:rPr dirty="0" sz="1300" spc="1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approximately</a:t>
            </a:r>
            <a:r>
              <a:rPr dirty="0" sz="1300" spc="15">
                <a:latin typeface="Lucida Sans Unicode"/>
                <a:cs typeface="Lucida Sans Unicode"/>
              </a:rPr>
              <a:t> </a:t>
            </a:r>
            <a:r>
              <a:rPr dirty="0" sz="1300" spc="-110" b="1">
                <a:latin typeface="Trebuchet MS"/>
                <a:cs typeface="Trebuchet MS"/>
              </a:rPr>
              <a:t>173</a:t>
            </a:r>
            <a:r>
              <a:rPr dirty="0" sz="1300" spc="-50" b="1">
                <a:latin typeface="Trebuchet MS"/>
                <a:cs typeface="Trebuchet MS"/>
              </a:rPr>
              <a:t> </a:t>
            </a:r>
            <a:r>
              <a:rPr dirty="0" sz="1300" spc="90" b="1">
                <a:latin typeface="Trebuchet MS"/>
                <a:cs typeface="Trebuchet MS"/>
              </a:rPr>
              <a:t>colleges</a:t>
            </a:r>
            <a:r>
              <a:rPr dirty="0" sz="1300" spc="-55" b="1">
                <a:latin typeface="Trebuchet MS"/>
                <a:cs typeface="Trebuchet MS"/>
              </a:rPr>
              <a:t> </a:t>
            </a:r>
            <a:r>
              <a:rPr dirty="0" sz="1300" spc="60" b="1">
                <a:latin typeface="Trebuchet MS"/>
                <a:cs typeface="Trebuchet MS"/>
              </a:rPr>
              <a:t>per</a:t>
            </a:r>
            <a:r>
              <a:rPr dirty="0" sz="1300" spc="-50" b="1">
                <a:latin typeface="Trebuchet MS"/>
                <a:cs typeface="Trebuchet MS"/>
              </a:rPr>
              <a:t> </a:t>
            </a:r>
            <a:r>
              <a:rPr dirty="0" sz="1300" spc="95" b="1">
                <a:latin typeface="Trebuchet MS"/>
                <a:cs typeface="Trebuchet MS"/>
              </a:rPr>
              <a:t>year</a:t>
            </a:r>
            <a:r>
              <a:rPr dirty="0" sz="1300" spc="35" b="1">
                <a:latin typeface="Trebuchet MS"/>
                <a:cs typeface="Trebuchet MS"/>
              </a:rPr>
              <a:t> </a:t>
            </a:r>
            <a:r>
              <a:rPr dirty="0" sz="1300" spc="-25">
                <a:latin typeface="Lucida Sans Unicode"/>
                <a:cs typeface="Lucida Sans Unicode"/>
              </a:rPr>
              <a:t>is </a:t>
            </a:r>
            <a:r>
              <a:rPr dirty="0" sz="1300" spc="-10">
                <a:latin typeface="Lucida Sans Unicode"/>
                <a:cs typeface="Lucida Sans Unicode"/>
              </a:rPr>
              <a:t>anticipated.</a:t>
            </a:r>
            <a:endParaRPr sz="1300">
              <a:latin typeface="Lucida Sans Unicode"/>
              <a:cs typeface="Lucida Sans Unicode"/>
            </a:endParaRPr>
          </a:p>
          <a:p>
            <a:pPr marL="210185" marR="1997710">
              <a:lnSpc>
                <a:spcPct val="115399"/>
              </a:lnSpc>
            </a:pPr>
            <a:r>
              <a:rPr dirty="0" sz="1300" spc="10">
                <a:latin typeface="Lucida Sans Unicode"/>
                <a:cs typeface="Lucida Sans Unicode"/>
              </a:rPr>
              <a:t>Private</a:t>
            </a:r>
            <a:r>
              <a:rPr dirty="0" sz="1300">
                <a:latin typeface="Lucida Sans Unicode"/>
                <a:cs typeface="Lucida Sans Unicode"/>
              </a:rPr>
              <a:t> institutions </a:t>
            </a:r>
            <a:r>
              <a:rPr dirty="0" sz="1300" spc="65">
                <a:latin typeface="Lucida Sans Unicode"/>
                <a:cs typeface="Lucida Sans Unicode"/>
              </a:rPr>
              <a:t>are</a:t>
            </a:r>
            <a:r>
              <a:rPr dirty="0" sz="1300" spc="5">
                <a:latin typeface="Lucida Sans Unicode"/>
                <a:cs typeface="Lucida Sans Unicode"/>
              </a:rPr>
              <a:t> </a:t>
            </a:r>
            <a:r>
              <a:rPr dirty="0" sz="1300" spc="10">
                <a:latin typeface="Lucida Sans Unicode"/>
                <a:cs typeface="Lucida Sans Unicode"/>
              </a:rPr>
              <a:t>expected</a:t>
            </a:r>
            <a:r>
              <a:rPr dirty="0" sz="1300">
                <a:latin typeface="Lucida Sans Unicode"/>
                <a:cs typeface="Lucida Sans Unicode"/>
              </a:rPr>
              <a:t> </a:t>
            </a:r>
            <a:r>
              <a:rPr dirty="0" sz="1300" spc="10">
                <a:latin typeface="Lucida Sans Unicode"/>
                <a:cs typeface="Lucida Sans Unicode"/>
              </a:rPr>
              <a:t>to</a:t>
            </a:r>
            <a:r>
              <a:rPr dirty="0" sz="1300" spc="5">
                <a:latin typeface="Lucida Sans Unicode"/>
                <a:cs typeface="Lucida Sans Unicode"/>
              </a:rPr>
              <a:t> </a:t>
            </a:r>
            <a:r>
              <a:rPr dirty="0" sz="1300" spc="50">
                <a:latin typeface="Lucida Sans Unicode"/>
                <a:cs typeface="Lucida Sans Unicode"/>
              </a:rPr>
              <a:t>remain</a:t>
            </a:r>
            <a:r>
              <a:rPr dirty="0" sz="1300">
                <a:latin typeface="Lucida Sans Unicode"/>
                <a:cs typeface="Lucida Sans Unicode"/>
              </a:rPr>
              <a:t> </a:t>
            </a:r>
            <a:r>
              <a:rPr dirty="0" sz="1300" spc="10">
                <a:latin typeface="Lucida Sans Unicode"/>
                <a:cs typeface="Lucida Sans Unicode"/>
              </a:rPr>
              <a:t>the</a:t>
            </a:r>
            <a:r>
              <a:rPr dirty="0" sz="1300">
                <a:latin typeface="Lucida Sans Unicode"/>
                <a:cs typeface="Lucida Sans Unicode"/>
              </a:rPr>
              <a:t> </a:t>
            </a:r>
            <a:r>
              <a:rPr dirty="0" sz="1300" spc="50">
                <a:latin typeface="Lucida Sans Unicode"/>
                <a:cs typeface="Lucida Sans Unicode"/>
              </a:rPr>
              <a:t>dominant</a:t>
            </a:r>
            <a:r>
              <a:rPr dirty="0" sz="1300" spc="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drivers </a:t>
            </a:r>
            <a:r>
              <a:rPr dirty="0" sz="1300">
                <a:latin typeface="Lucida Sans Unicode"/>
                <a:cs typeface="Lucida Sans Unicode"/>
              </a:rPr>
              <a:t>of</a:t>
            </a:r>
            <a:r>
              <a:rPr dirty="0" sz="1300" spc="-8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this</a:t>
            </a:r>
            <a:r>
              <a:rPr dirty="0" sz="1300" spc="-80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expansion.</a:t>
            </a:r>
            <a:endParaRPr sz="1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900" spc="240" b="1">
                <a:solidFill>
                  <a:srgbClr val="FFFFFF"/>
                </a:solidFill>
                <a:latin typeface="Trebuchet MS"/>
                <a:cs typeface="Trebuchet MS"/>
              </a:rPr>
              <a:t>Segmentation</a:t>
            </a:r>
            <a:r>
              <a:rPr dirty="0" sz="2900" spc="-21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900" spc="165" b="1">
                <a:solidFill>
                  <a:srgbClr val="FFFFFF"/>
                </a:solidFill>
                <a:latin typeface="Trebuchet MS"/>
                <a:cs typeface="Trebuchet MS"/>
              </a:rPr>
              <a:t>Insights:</a:t>
            </a:r>
            <a:endParaRPr sz="2900">
              <a:latin typeface="Trebuchet MS"/>
              <a:cs typeface="Trebuchet MS"/>
            </a:endParaRPr>
          </a:p>
          <a:p>
            <a:pPr marL="210185">
              <a:lnSpc>
                <a:spcPct val="100000"/>
              </a:lnSpc>
              <a:spcBef>
                <a:spcPts val="1195"/>
              </a:spcBef>
            </a:pPr>
            <a:r>
              <a:rPr dirty="0" sz="1300">
                <a:latin typeface="Lucida Sans Unicode"/>
                <a:cs typeface="Lucida Sans Unicode"/>
              </a:rPr>
              <a:t>Private</a:t>
            </a:r>
            <a:r>
              <a:rPr dirty="0" sz="1300" spc="4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colleges:</a:t>
            </a:r>
            <a:r>
              <a:rPr dirty="0" sz="1300" spc="50">
                <a:latin typeface="Lucida Sans Unicode"/>
                <a:cs typeface="Lucida Sans Unicode"/>
              </a:rPr>
              <a:t> </a:t>
            </a:r>
            <a:r>
              <a:rPr dirty="0" sz="1300" spc="-35">
                <a:latin typeface="Lucida Sans Unicode"/>
                <a:cs typeface="Lucida Sans Unicode"/>
              </a:rPr>
              <a:t>62.74%</a:t>
            </a:r>
            <a:r>
              <a:rPr dirty="0" sz="1300" spc="50">
                <a:latin typeface="Lucida Sans Unicode"/>
                <a:cs typeface="Lucida Sans Unicode"/>
              </a:rPr>
              <a:t> </a:t>
            </a:r>
            <a:r>
              <a:rPr dirty="0" sz="1300" spc="-114">
                <a:latin typeface="Lucida Sans Unicode"/>
                <a:cs typeface="Lucida Sans Unicode"/>
              </a:rPr>
              <a:t>|</a:t>
            </a:r>
            <a:r>
              <a:rPr dirty="0" sz="1300" spc="45">
                <a:latin typeface="Lucida Sans Unicode"/>
                <a:cs typeface="Lucida Sans Unicode"/>
              </a:rPr>
              <a:t> Government</a:t>
            </a:r>
            <a:r>
              <a:rPr dirty="0" sz="1300" spc="5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colleges:</a:t>
            </a:r>
            <a:r>
              <a:rPr dirty="0" sz="1300" spc="50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37.26%.</a:t>
            </a:r>
            <a:endParaRPr sz="1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3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Lucida Sans Unicode"/>
              <a:cs typeface="Lucida Sans Unicode"/>
            </a:endParaRPr>
          </a:p>
          <a:p>
            <a:pPr marL="2220595">
              <a:lnSpc>
                <a:spcPct val="100000"/>
              </a:lnSpc>
            </a:pPr>
            <a:r>
              <a:rPr dirty="0" sz="2900" spc="150" b="1">
                <a:solidFill>
                  <a:srgbClr val="FFFFFF"/>
                </a:solidFill>
                <a:latin typeface="Trebuchet MS"/>
                <a:cs typeface="Trebuchet MS"/>
              </a:rPr>
              <a:t>Root</a:t>
            </a:r>
            <a:r>
              <a:rPr dirty="0" sz="2900" spc="-2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900" spc="335" b="1">
                <a:solidFill>
                  <a:srgbClr val="FFFFFF"/>
                </a:solidFill>
                <a:latin typeface="Trebuchet MS"/>
                <a:cs typeface="Trebuchet MS"/>
              </a:rPr>
              <a:t>Causes</a:t>
            </a:r>
            <a:r>
              <a:rPr dirty="0" sz="2900" spc="-2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900" spc="70" b="1">
                <a:solidFill>
                  <a:srgbClr val="FFFFFF"/>
                </a:solidFill>
                <a:latin typeface="Trebuchet MS"/>
                <a:cs typeface="Trebuchet MS"/>
              </a:rPr>
              <a:t>Identified:</a:t>
            </a:r>
            <a:endParaRPr sz="2900">
              <a:latin typeface="Trebuchet MS"/>
              <a:cs typeface="Trebuchet MS"/>
            </a:endParaRPr>
          </a:p>
          <a:p>
            <a:pPr marL="2418715" marR="5080">
              <a:lnSpc>
                <a:spcPct val="115399"/>
              </a:lnSpc>
              <a:spcBef>
                <a:spcPts val="275"/>
              </a:spcBef>
            </a:pPr>
            <a:r>
              <a:rPr dirty="0" sz="1300" spc="45">
                <a:latin typeface="Lucida Sans Unicode"/>
                <a:cs typeface="Lucida Sans Unicode"/>
              </a:rPr>
              <a:t>Government</a:t>
            </a:r>
            <a:r>
              <a:rPr dirty="0" sz="1300" spc="2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expansion</a:t>
            </a:r>
            <a:r>
              <a:rPr dirty="0" sz="1300" spc="2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struggles</a:t>
            </a:r>
            <a:r>
              <a:rPr dirty="0" sz="1300" spc="3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to</a:t>
            </a:r>
            <a:r>
              <a:rPr dirty="0" sz="1300" spc="2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keep</a:t>
            </a:r>
            <a:r>
              <a:rPr dirty="0" sz="1300" spc="25">
                <a:latin typeface="Lucida Sans Unicode"/>
                <a:cs typeface="Lucida Sans Unicode"/>
              </a:rPr>
              <a:t> </a:t>
            </a:r>
            <a:r>
              <a:rPr dirty="0" sz="1300" spc="114">
                <a:latin typeface="Lucida Sans Unicode"/>
                <a:cs typeface="Lucida Sans Unicode"/>
              </a:rPr>
              <a:t>pace</a:t>
            </a:r>
            <a:r>
              <a:rPr dirty="0" sz="1300" spc="3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with</a:t>
            </a:r>
            <a:r>
              <a:rPr dirty="0" sz="1300" spc="25">
                <a:latin typeface="Lucida Sans Unicode"/>
                <a:cs typeface="Lucida Sans Unicode"/>
              </a:rPr>
              <a:t> </a:t>
            </a:r>
            <a:r>
              <a:rPr dirty="0" sz="1300" spc="50">
                <a:latin typeface="Lucida Sans Unicode"/>
                <a:cs typeface="Lucida Sans Unicode"/>
              </a:rPr>
              <a:t>demand. </a:t>
            </a:r>
            <a:r>
              <a:rPr dirty="0" sz="1300">
                <a:latin typeface="Lucida Sans Unicode"/>
                <a:cs typeface="Lucida Sans Unicode"/>
              </a:rPr>
              <a:t>Private</a:t>
            </a:r>
            <a:r>
              <a:rPr dirty="0" sz="1300" spc="9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sector</a:t>
            </a:r>
            <a:r>
              <a:rPr dirty="0" sz="1300" spc="9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effectively</a:t>
            </a:r>
            <a:r>
              <a:rPr dirty="0" sz="1300" spc="95">
                <a:latin typeface="Lucida Sans Unicode"/>
                <a:cs typeface="Lucida Sans Unicode"/>
              </a:rPr>
              <a:t> </a:t>
            </a:r>
            <a:r>
              <a:rPr dirty="0" sz="1300" spc="-45">
                <a:latin typeface="Lucida Sans Unicode"/>
                <a:cs typeface="Lucida Sans Unicode"/>
              </a:rPr>
              <a:t>fills</a:t>
            </a:r>
            <a:r>
              <a:rPr dirty="0" sz="1300" spc="9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the</a:t>
            </a:r>
            <a:r>
              <a:rPr dirty="0" sz="1300" spc="90">
                <a:latin typeface="Lucida Sans Unicode"/>
                <a:cs typeface="Lucida Sans Unicode"/>
              </a:rPr>
              <a:t> demand</a:t>
            </a:r>
            <a:r>
              <a:rPr dirty="0" sz="1300" spc="95">
                <a:latin typeface="Lucida Sans Unicode"/>
                <a:cs typeface="Lucida Sans Unicode"/>
              </a:rPr>
              <a:t> </a:t>
            </a:r>
            <a:r>
              <a:rPr dirty="0" sz="1300" spc="-20">
                <a:latin typeface="Lucida Sans Unicode"/>
                <a:cs typeface="Lucida Sans Unicode"/>
              </a:rPr>
              <a:t>gap.</a:t>
            </a:r>
            <a:endParaRPr sz="1300">
              <a:latin typeface="Lucida Sans Unicode"/>
              <a:cs typeface="Lucida Sans Unicode"/>
            </a:endParaRPr>
          </a:p>
          <a:p>
            <a:pPr marL="2418715" marR="106045">
              <a:lnSpc>
                <a:spcPct val="115399"/>
              </a:lnSpc>
            </a:pPr>
            <a:r>
              <a:rPr dirty="0" sz="1300">
                <a:latin typeface="Lucida Sans Unicode"/>
                <a:cs typeface="Lucida Sans Unicode"/>
              </a:rPr>
              <a:t>Urban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 spc="80">
                <a:latin typeface="Lucida Sans Unicode"/>
                <a:cs typeface="Lucida Sans Unicode"/>
              </a:rPr>
              <a:t>areas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offer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greater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profitability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for</a:t>
            </a:r>
            <a:r>
              <a:rPr dirty="0" sz="1300" spc="6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private</a:t>
            </a:r>
            <a:r>
              <a:rPr dirty="0" sz="1300" spc="5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institutions. </a:t>
            </a:r>
            <a:r>
              <a:rPr dirty="0" sz="1300">
                <a:latin typeface="Lucida Sans Unicode"/>
                <a:cs typeface="Lucida Sans Unicode"/>
              </a:rPr>
              <a:t>Policy</a:t>
            </a:r>
            <a:r>
              <a:rPr dirty="0" sz="1300" spc="2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support</a:t>
            </a:r>
            <a:r>
              <a:rPr dirty="0" sz="1300" spc="2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often</a:t>
            </a:r>
            <a:r>
              <a:rPr dirty="0" sz="1300" spc="20">
                <a:latin typeface="Lucida Sans Unicode"/>
                <a:cs typeface="Lucida Sans Unicode"/>
              </a:rPr>
              <a:t> </a:t>
            </a:r>
            <a:r>
              <a:rPr dirty="0" sz="1300" spc="60">
                <a:latin typeface="Lucida Sans Unicode"/>
                <a:cs typeface="Lucida Sans Unicode"/>
              </a:rPr>
              <a:t>encourages</a:t>
            </a:r>
            <a:r>
              <a:rPr dirty="0" sz="1300" spc="20">
                <a:latin typeface="Lucida Sans Unicode"/>
                <a:cs typeface="Lucida Sans Unicode"/>
              </a:rPr>
              <a:t> </a:t>
            </a:r>
            <a:r>
              <a:rPr dirty="0" sz="1300">
                <a:latin typeface="Lucida Sans Unicode"/>
                <a:cs typeface="Lucida Sans Unicode"/>
              </a:rPr>
              <a:t>further</a:t>
            </a:r>
            <a:r>
              <a:rPr dirty="0" sz="1300" spc="2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privatisation.</a:t>
            </a:r>
            <a:endParaRPr sz="1300">
              <a:latin typeface="Lucida Sans Unicode"/>
              <a:cs typeface="Lucida Sans Unicod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943514" y="2328856"/>
            <a:ext cx="9206230" cy="6957059"/>
            <a:chOff x="7943514" y="2328856"/>
            <a:chExt cx="9206230" cy="6957059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0673" y="2386011"/>
              <a:ext cx="5241096" cy="335429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000664" y="2386006"/>
              <a:ext cx="5238750" cy="3352800"/>
            </a:xfrm>
            <a:custGeom>
              <a:avLst/>
              <a:gdLst/>
              <a:ahLst/>
              <a:cxnLst/>
              <a:rect l="l" t="t" r="r" b="b"/>
              <a:pathLst>
                <a:path w="5238750" h="3352800">
                  <a:moveTo>
                    <a:pt x="5238745" y="3019496"/>
                  </a:moveTo>
                  <a:lnTo>
                    <a:pt x="5228746" y="3072182"/>
                  </a:lnTo>
                  <a:lnTo>
                    <a:pt x="5212794" y="3119114"/>
                  </a:lnTo>
                  <a:lnTo>
                    <a:pt x="5190884" y="3163579"/>
                  </a:lnTo>
                  <a:lnTo>
                    <a:pt x="5163263" y="3204983"/>
                  </a:lnTo>
                  <a:lnTo>
                    <a:pt x="5130177" y="3242734"/>
                  </a:lnTo>
                  <a:lnTo>
                    <a:pt x="5092421" y="3275807"/>
                  </a:lnTo>
                  <a:lnTo>
                    <a:pt x="5051014" y="3303415"/>
                  </a:lnTo>
                  <a:lnTo>
                    <a:pt x="5006549" y="3325312"/>
                  </a:lnTo>
                  <a:lnTo>
                    <a:pt x="4959619" y="3341252"/>
                  </a:lnTo>
                  <a:lnTo>
                    <a:pt x="4910815" y="3350992"/>
                  </a:lnTo>
                  <a:lnTo>
                    <a:pt x="4883345" y="3352781"/>
                  </a:lnTo>
                </a:path>
                <a:path w="5238750" h="3352800">
                  <a:moveTo>
                    <a:pt x="358459" y="3352794"/>
                  </a:moveTo>
                  <a:lnTo>
                    <a:pt x="282114" y="3341233"/>
                  </a:lnTo>
                  <a:lnTo>
                    <a:pt x="235191" y="3325281"/>
                  </a:lnTo>
                  <a:lnTo>
                    <a:pt x="190734" y="3303377"/>
                  </a:lnTo>
                  <a:lnTo>
                    <a:pt x="149334" y="3275767"/>
                  </a:lnTo>
                  <a:lnTo>
                    <a:pt x="111581" y="3242697"/>
                  </a:lnTo>
                  <a:lnTo>
                    <a:pt x="78505" y="3204945"/>
                  </a:lnTo>
                  <a:lnTo>
                    <a:pt x="50894" y="3163542"/>
                  </a:lnTo>
                  <a:lnTo>
                    <a:pt x="28994" y="3119082"/>
                  </a:lnTo>
                  <a:lnTo>
                    <a:pt x="13049" y="3072157"/>
                  </a:lnTo>
                  <a:lnTo>
                    <a:pt x="3303" y="3023360"/>
                  </a:lnTo>
                  <a:lnTo>
                    <a:pt x="1" y="2973283"/>
                  </a:lnTo>
                  <a:lnTo>
                    <a:pt x="0" y="381019"/>
                  </a:lnTo>
                  <a:lnTo>
                    <a:pt x="3302" y="330939"/>
                  </a:lnTo>
                  <a:lnTo>
                    <a:pt x="13049" y="282141"/>
                  </a:lnTo>
                  <a:lnTo>
                    <a:pt x="28995" y="235216"/>
                  </a:lnTo>
                  <a:lnTo>
                    <a:pt x="50896" y="190757"/>
                  </a:lnTo>
                  <a:lnTo>
                    <a:pt x="78506" y="149355"/>
                  </a:lnTo>
                  <a:lnTo>
                    <a:pt x="111581" y="111603"/>
                  </a:lnTo>
                  <a:lnTo>
                    <a:pt x="149332" y="78530"/>
                  </a:lnTo>
                  <a:lnTo>
                    <a:pt x="190732" y="50918"/>
                  </a:lnTo>
                  <a:lnTo>
                    <a:pt x="235190" y="29012"/>
                  </a:lnTo>
                  <a:lnTo>
                    <a:pt x="282115" y="13060"/>
                  </a:lnTo>
                  <a:lnTo>
                    <a:pt x="330914" y="3309"/>
                  </a:lnTo>
                  <a:lnTo>
                    <a:pt x="380995" y="4"/>
                  </a:lnTo>
                  <a:lnTo>
                    <a:pt x="4860734" y="0"/>
                  </a:lnTo>
                  <a:lnTo>
                    <a:pt x="4910821" y="3295"/>
                  </a:lnTo>
                  <a:lnTo>
                    <a:pt x="4959627" y="13036"/>
                  </a:lnTo>
                  <a:lnTo>
                    <a:pt x="5006560" y="28979"/>
                  </a:lnTo>
                  <a:lnTo>
                    <a:pt x="5051026" y="50880"/>
                  </a:lnTo>
                  <a:lnTo>
                    <a:pt x="5092433" y="78493"/>
                  </a:lnTo>
                  <a:lnTo>
                    <a:pt x="5130189" y="111571"/>
                  </a:lnTo>
                  <a:lnTo>
                    <a:pt x="5163270" y="149324"/>
                  </a:lnTo>
                  <a:lnTo>
                    <a:pt x="5190887" y="190730"/>
                  </a:lnTo>
                  <a:lnTo>
                    <a:pt x="5212794" y="235195"/>
                  </a:lnTo>
                  <a:lnTo>
                    <a:pt x="5228746" y="282128"/>
                  </a:lnTo>
                  <a:lnTo>
                    <a:pt x="5238495" y="330935"/>
                  </a:lnTo>
                  <a:lnTo>
                    <a:pt x="5238745" y="334808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4898" y="5875944"/>
              <a:ext cx="7232690" cy="3354293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9854882" y="5875934"/>
              <a:ext cx="7237730" cy="3352800"/>
            </a:xfrm>
            <a:custGeom>
              <a:avLst/>
              <a:gdLst/>
              <a:ahLst/>
              <a:cxnLst/>
              <a:rect l="l" t="t" r="r" b="b"/>
              <a:pathLst>
                <a:path w="7237730" h="3352800">
                  <a:moveTo>
                    <a:pt x="358366" y="3352804"/>
                  </a:moveTo>
                  <a:lnTo>
                    <a:pt x="282123" y="3341237"/>
                  </a:lnTo>
                  <a:lnTo>
                    <a:pt x="235202" y="3325286"/>
                  </a:lnTo>
                  <a:lnTo>
                    <a:pt x="190747" y="3303381"/>
                  </a:lnTo>
                  <a:lnTo>
                    <a:pt x="149351" y="3275768"/>
                  </a:lnTo>
                  <a:lnTo>
                    <a:pt x="111606" y="3242691"/>
                  </a:lnTo>
                  <a:lnTo>
                    <a:pt x="78526" y="3204950"/>
                  </a:lnTo>
                  <a:lnTo>
                    <a:pt x="50910" y="3163556"/>
                  </a:lnTo>
                  <a:lnTo>
                    <a:pt x="29004" y="3119101"/>
                  </a:lnTo>
                  <a:lnTo>
                    <a:pt x="13054" y="3072177"/>
                  </a:lnTo>
                  <a:lnTo>
                    <a:pt x="3305" y="3023378"/>
                  </a:lnTo>
                  <a:lnTo>
                    <a:pt x="1" y="2973297"/>
                  </a:lnTo>
                  <a:lnTo>
                    <a:pt x="0" y="381026"/>
                  </a:lnTo>
                  <a:lnTo>
                    <a:pt x="3301" y="330946"/>
                  </a:lnTo>
                  <a:lnTo>
                    <a:pt x="13049" y="282147"/>
                  </a:lnTo>
                  <a:lnTo>
                    <a:pt x="28998" y="235223"/>
                  </a:lnTo>
                  <a:lnTo>
                    <a:pt x="50902" y="190766"/>
                  </a:lnTo>
                  <a:lnTo>
                    <a:pt x="78514" y="149366"/>
                  </a:lnTo>
                  <a:lnTo>
                    <a:pt x="111587" y="111615"/>
                  </a:lnTo>
                  <a:lnTo>
                    <a:pt x="149333" y="78534"/>
                  </a:lnTo>
                  <a:lnTo>
                    <a:pt x="190731" y="50917"/>
                  </a:lnTo>
                  <a:lnTo>
                    <a:pt x="235189" y="29009"/>
                  </a:lnTo>
                  <a:lnTo>
                    <a:pt x="282115" y="13056"/>
                  </a:lnTo>
                  <a:lnTo>
                    <a:pt x="330916" y="3304"/>
                  </a:lnTo>
                  <a:lnTo>
                    <a:pt x="380998" y="0"/>
                  </a:lnTo>
                  <a:lnTo>
                    <a:pt x="6856363" y="0"/>
                  </a:lnTo>
                  <a:lnTo>
                    <a:pt x="6906454" y="3289"/>
                  </a:lnTo>
                  <a:lnTo>
                    <a:pt x="6955261" y="13031"/>
                  </a:lnTo>
                  <a:lnTo>
                    <a:pt x="7002196" y="28974"/>
                  </a:lnTo>
                  <a:lnTo>
                    <a:pt x="7046666" y="50872"/>
                  </a:lnTo>
                  <a:lnTo>
                    <a:pt x="7088077" y="78483"/>
                  </a:lnTo>
                  <a:lnTo>
                    <a:pt x="7125837" y="111561"/>
                  </a:lnTo>
                  <a:lnTo>
                    <a:pt x="7158917" y="149322"/>
                  </a:lnTo>
                  <a:lnTo>
                    <a:pt x="7186535" y="190731"/>
                  </a:lnTo>
                  <a:lnTo>
                    <a:pt x="7208442" y="235198"/>
                  </a:lnTo>
                  <a:lnTo>
                    <a:pt x="7224394" y="282132"/>
                  </a:lnTo>
                  <a:lnTo>
                    <a:pt x="7234144" y="330941"/>
                  </a:lnTo>
                  <a:lnTo>
                    <a:pt x="7237447" y="381026"/>
                  </a:lnTo>
                  <a:lnTo>
                    <a:pt x="7237446" y="2973303"/>
                  </a:lnTo>
                  <a:lnTo>
                    <a:pt x="7234140" y="3023395"/>
                  </a:lnTo>
                  <a:lnTo>
                    <a:pt x="7224387" y="3072203"/>
                  </a:lnTo>
                  <a:lnTo>
                    <a:pt x="7208432" y="3119136"/>
                  </a:lnTo>
                  <a:lnTo>
                    <a:pt x="7186520" y="3163599"/>
                  </a:lnTo>
                  <a:lnTo>
                    <a:pt x="7158898" y="3205001"/>
                  </a:lnTo>
                  <a:lnTo>
                    <a:pt x="7125810" y="3242749"/>
                  </a:lnTo>
                  <a:lnTo>
                    <a:pt x="7088049" y="3275821"/>
                  </a:lnTo>
                  <a:lnTo>
                    <a:pt x="7046640" y="3303425"/>
                  </a:lnTo>
                  <a:lnTo>
                    <a:pt x="7002175" y="3325318"/>
                  </a:lnTo>
                  <a:lnTo>
                    <a:pt x="6955246" y="3341256"/>
                  </a:lnTo>
                  <a:lnTo>
                    <a:pt x="6906445" y="3350994"/>
                  </a:lnTo>
                  <a:lnTo>
                    <a:pt x="6879082" y="3352798"/>
                  </a:lnTo>
                </a:path>
              </a:pathLst>
            </a:custGeom>
            <a:ln w="1143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805" y="246906"/>
            <a:ext cx="17661207" cy="931408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446" rIns="0" bIns="0" rtlCol="0" vert="horz">
            <a:spAutoFit/>
          </a:bodyPr>
          <a:lstStyle/>
          <a:p>
            <a:pPr marL="191770" marR="5080">
              <a:lnSpc>
                <a:spcPts val="4280"/>
              </a:lnSpc>
              <a:spcBef>
                <a:spcPts val="590"/>
              </a:spcBef>
            </a:pPr>
            <a:r>
              <a:rPr dirty="0" spc="204"/>
              <a:t>Strategic</a:t>
            </a:r>
            <a:r>
              <a:rPr dirty="0" spc="-55"/>
              <a:t> </a:t>
            </a:r>
            <a:r>
              <a:rPr dirty="0"/>
              <a:t>Recommendations</a:t>
            </a:r>
            <a:r>
              <a:rPr dirty="0" spc="-50"/>
              <a:t> </a:t>
            </a:r>
            <a:r>
              <a:rPr dirty="0" spc="270"/>
              <a:t>for</a:t>
            </a:r>
            <a:r>
              <a:rPr dirty="0" spc="-50"/>
              <a:t> </a:t>
            </a:r>
            <a:r>
              <a:rPr dirty="0" spc="300"/>
              <a:t>a</a:t>
            </a:r>
            <a:r>
              <a:rPr dirty="0" spc="-50"/>
              <a:t> </a:t>
            </a:r>
            <a:r>
              <a:rPr dirty="0" spc="55"/>
              <a:t>Balanced </a:t>
            </a:r>
            <a:r>
              <a:rPr dirty="0"/>
              <a:t>Education</a:t>
            </a:r>
            <a:r>
              <a:rPr dirty="0" spc="-145"/>
              <a:t> </a:t>
            </a:r>
            <a:r>
              <a:rPr dirty="0" spc="35"/>
              <a:t>Landscape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3047248" y="3039055"/>
            <a:ext cx="4857115" cy="156400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400" spc="160" b="1">
                <a:solidFill>
                  <a:srgbClr val="FFFFFF"/>
                </a:solidFill>
                <a:latin typeface="Trebuchet MS"/>
                <a:cs typeface="Trebuchet MS"/>
              </a:rPr>
              <a:t>Increase</a:t>
            </a:r>
            <a:r>
              <a:rPr dirty="0" sz="2400" spc="-1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65" b="1">
                <a:solidFill>
                  <a:srgbClr val="FFFFFF"/>
                </a:solidFill>
                <a:latin typeface="Trebuchet MS"/>
                <a:cs typeface="Trebuchet MS"/>
              </a:rPr>
              <a:t>Government</a:t>
            </a:r>
            <a:r>
              <a:rPr dirty="0" sz="2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65" b="1">
                <a:solidFill>
                  <a:srgbClr val="FFFFFF"/>
                </a:solidFill>
                <a:latin typeface="Trebuchet MS"/>
                <a:cs typeface="Trebuchet MS"/>
              </a:rPr>
              <a:t>Colleges</a:t>
            </a:r>
            <a:endParaRPr sz="2400">
              <a:latin typeface="Trebuchet MS"/>
              <a:cs typeface="Trebuchet MS"/>
            </a:endParaRPr>
          </a:p>
          <a:p>
            <a:pPr marL="22225" marR="301625">
              <a:lnSpc>
                <a:spcPct val="116700"/>
              </a:lnSpc>
              <a:spcBef>
                <a:spcPts val="140"/>
              </a:spcBef>
            </a:pPr>
            <a:r>
              <a:rPr dirty="0" sz="1500">
                <a:latin typeface="Lucida Sans Unicode"/>
                <a:cs typeface="Lucida Sans Unicode"/>
              </a:rPr>
              <a:t>Focus</a:t>
            </a:r>
            <a:r>
              <a:rPr dirty="0" sz="1500" spc="2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on</a:t>
            </a:r>
            <a:r>
              <a:rPr dirty="0" sz="1500" spc="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expanding</a:t>
            </a:r>
            <a:r>
              <a:rPr dirty="0" sz="1500" spc="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public</a:t>
            </a:r>
            <a:r>
              <a:rPr dirty="0" sz="1500" spc="3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institutions</a:t>
            </a:r>
            <a:r>
              <a:rPr dirty="0" sz="1500" spc="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in</a:t>
            </a:r>
            <a:r>
              <a:rPr dirty="0" sz="1500" spc="3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states </a:t>
            </a:r>
            <a:r>
              <a:rPr dirty="0" sz="1500">
                <a:latin typeface="Lucida Sans Unicode"/>
                <a:cs typeface="Lucida Sans Unicode"/>
              </a:rPr>
              <a:t>with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high private </a:t>
            </a:r>
            <a:r>
              <a:rPr dirty="0" sz="1500" spc="70">
                <a:latin typeface="Lucida Sans Unicode"/>
                <a:cs typeface="Lucida Sans Unicode"/>
              </a:rPr>
              <a:t>dominance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 </a:t>
            </a:r>
            <a:r>
              <a:rPr dirty="0" sz="1500" spc="-10">
                <a:latin typeface="Lucida Sans Unicode"/>
                <a:cs typeface="Lucida Sans Unicode"/>
              </a:rPr>
              <a:t>improve </a:t>
            </a:r>
            <a:r>
              <a:rPr dirty="0" sz="1500">
                <a:latin typeface="Lucida Sans Unicode"/>
                <a:cs typeface="Lucida Sans Unicode"/>
              </a:rPr>
              <a:t>affordability </a:t>
            </a:r>
            <a:r>
              <a:rPr dirty="0" sz="1500" spc="90">
                <a:latin typeface="Lucida Sans Unicode"/>
                <a:cs typeface="Lucida Sans Unicode"/>
              </a:rPr>
              <a:t>and</a:t>
            </a:r>
            <a:r>
              <a:rPr dirty="0" sz="1500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balance</a:t>
            </a:r>
            <a:r>
              <a:rPr dirty="0" sz="1500">
                <a:latin typeface="Lucida Sans Unicode"/>
                <a:cs typeface="Lucida Sans Unicode"/>
              </a:rPr>
              <a:t> the </a:t>
            </a:r>
            <a:r>
              <a:rPr dirty="0" sz="1500" spc="40">
                <a:latin typeface="Lucida Sans Unicode"/>
                <a:cs typeface="Lucida Sans Unicode"/>
              </a:rPr>
              <a:t>educational </a:t>
            </a:r>
            <a:r>
              <a:rPr dirty="0" sz="1500" spc="-10">
                <a:latin typeface="Lucida Sans Unicode"/>
                <a:cs typeface="Lucida Sans Unicode"/>
              </a:rPr>
              <a:t>ecosystem.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47248" y="5727658"/>
            <a:ext cx="4913630" cy="2084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71219">
              <a:lnSpc>
                <a:spcPct val="114599"/>
              </a:lnSpc>
              <a:spcBef>
                <a:spcPts val="100"/>
              </a:spcBef>
            </a:pPr>
            <a:r>
              <a:rPr dirty="0" sz="2400" spc="145" b="1">
                <a:solidFill>
                  <a:srgbClr val="FFFFFF"/>
                </a:solidFill>
                <a:latin typeface="Trebuchet MS"/>
                <a:cs typeface="Trebuchet MS"/>
              </a:rPr>
              <a:t>Strengthen</a:t>
            </a:r>
            <a:r>
              <a:rPr dirty="0" sz="24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10" b="1">
                <a:solidFill>
                  <a:srgbClr val="FFFFFF"/>
                </a:solidFill>
                <a:latin typeface="Trebuchet MS"/>
                <a:cs typeface="Trebuchet MS"/>
              </a:rPr>
              <a:t>Private</a:t>
            </a:r>
            <a:r>
              <a:rPr dirty="0" sz="24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10" b="1">
                <a:solidFill>
                  <a:srgbClr val="FFFFFF"/>
                </a:solidFill>
                <a:latin typeface="Trebuchet MS"/>
                <a:cs typeface="Trebuchet MS"/>
              </a:rPr>
              <a:t>Sector </a:t>
            </a:r>
            <a:r>
              <a:rPr dirty="0" sz="2400" spc="140" b="1">
                <a:solidFill>
                  <a:srgbClr val="FFFFFF"/>
                </a:solidFill>
                <a:latin typeface="Trebuchet MS"/>
                <a:cs typeface="Trebuchet MS"/>
              </a:rPr>
              <a:t>Regulation</a:t>
            </a: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6700"/>
              </a:lnSpc>
              <a:spcBef>
                <a:spcPts val="1210"/>
              </a:spcBef>
            </a:pPr>
            <a:r>
              <a:rPr dirty="0" sz="1500">
                <a:latin typeface="Lucida Sans Unicode"/>
                <a:cs typeface="Lucida Sans Unicode"/>
              </a:rPr>
              <a:t>Implement</a:t>
            </a:r>
            <a:r>
              <a:rPr dirty="0" sz="1500" spc="16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robust</a:t>
            </a:r>
            <a:r>
              <a:rPr dirty="0" sz="1500" spc="17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regulatory</a:t>
            </a:r>
            <a:r>
              <a:rPr dirty="0" sz="1500" spc="16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frameworks</a:t>
            </a:r>
            <a:r>
              <a:rPr dirty="0" sz="1500" spc="170">
                <a:latin typeface="Lucida Sans Unicode"/>
                <a:cs typeface="Lucida Sans Unicode"/>
              </a:rPr>
              <a:t> </a:t>
            </a:r>
            <a:r>
              <a:rPr dirty="0" sz="1500" spc="-25">
                <a:latin typeface="Lucida Sans Unicode"/>
                <a:cs typeface="Lucida Sans Unicode"/>
              </a:rPr>
              <a:t>for</a:t>
            </a:r>
            <a:r>
              <a:rPr dirty="0" sz="1500" spc="50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private</a:t>
            </a:r>
            <a:r>
              <a:rPr dirty="0" sz="1500" spc="3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institutions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ensure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quality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 spc="50">
                <a:latin typeface="Lucida Sans Unicode"/>
                <a:cs typeface="Lucida Sans Unicode"/>
              </a:rPr>
              <a:t>standards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 spc="65">
                <a:latin typeface="Lucida Sans Unicode"/>
                <a:cs typeface="Lucida Sans Unicode"/>
              </a:rPr>
              <a:t>and </a:t>
            </a:r>
            <a:r>
              <a:rPr dirty="0" sz="1500">
                <a:latin typeface="Lucida Sans Unicode"/>
                <a:cs typeface="Lucida Sans Unicode"/>
              </a:rPr>
              <a:t>control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tuition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fees,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promoting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fairness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65">
                <a:latin typeface="Lucida Sans Unicode"/>
                <a:cs typeface="Lucida Sans Unicode"/>
              </a:rPr>
              <a:t>and </a:t>
            </a:r>
            <a:r>
              <a:rPr dirty="0" sz="1500" spc="-10">
                <a:latin typeface="Lucida Sans Unicode"/>
                <a:cs typeface="Lucida Sans Unicode"/>
              </a:rPr>
              <a:t>accessibility.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591822" y="3039055"/>
            <a:ext cx="6007735" cy="129730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400" spc="165" b="1">
                <a:solidFill>
                  <a:srgbClr val="FFFFFF"/>
                </a:solidFill>
                <a:latin typeface="Trebuchet MS"/>
                <a:cs typeface="Trebuchet MS"/>
              </a:rPr>
              <a:t>Expand</a:t>
            </a:r>
            <a:r>
              <a:rPr dirty="0" sz="2400" spc="-19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20" b="1">
                <a:solidFill>
                  <a:srgbClr val="FFFFFF"/>
                </a:solidFill>
                <a:latin typeface="Trebuchet MS"/>
                <a:cs typeface="Trebuchet MS"/>
              </a:rPr>
              <a:t>Rural</a:t>
            </a:r>
            <a:r>
              <a:rPr dirty="0" sz="2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40" b="1">
                <a:solidFill>
                  <a:srgbClr val="FFFFFF"/>
                </a:solidFill>
                <a:latin typeface="Trebuchet MS"/>
                <a:cs typeface="Trebuchet MS"/>
              </a:rPr>
              <a:t>Education</a:t>
            </a:r>
            <a:r>
              <a:rPr dirty="0" sz="2400" spc="-1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00" b="1">
                <a:solidFill>
                  <a:srgbClr val="FFFFFF"/>
                </a:solidFill>
                <a:latin typeface="Trebuchet MS"/>
                <a:cs typeface="Trebuchet MS"/>
              </a:rPr>
              <a:t>Infrastructure</a:t>
            </a:r>
            <a:endParaRPr sz="2400">
              <a:latin typeface="Trebuchet MS"/>
              <a:cs typeface="Trebuchet MS"/>
            </a:endParaRPr>
          </a:p>
          <a:p>
            <a:pPr marL="22225" marR="1305560">
              <a:lnSpc>
                <a:spcPct val="116700"/>
              </a:lnSpc>
              <a:spcBef>
                <a:spcPts val="140"/>
              </a:spcBef>
            </a:pPr>
            <a:r>
              <a:rPr dirty="0" sz="1500">
                <a:latin typeface="Lucida Sans Unicode"/>
                <a:cs typeface="Lucida Sans Unicode"/>
              </a:rPr>
              <a:t>Invest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in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developing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50">
                <a:latin typeface="Lucida Sans Unicode"/>
                <a:cs typeface="Lucida Sans Unicode"/>
              </a:rPr>
              <a:t>educational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facilities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in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rural </a:t>
            </a:r>
            <a:r>
              <a:rPr dirty="0" sz="1500" spc="80">
                <a:latin typeface="Lucida Sans Unicode"/>
                <a:cs typeface="Lucida Sans Unicode"/>
              </a:rPr>
              <a:t>areas</a:t>
            </a:r>
            <a:r>
              <a:rPr dirty="0" sz="1500" spc="-6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</a:t>
            </a:r>
            <a:r>
              <a:rPr dirty="0" sz="1500" spc="-65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enhance</a:t>
            </a:r>
            <a:r>
              <a:rPr dirty="0" sz="1500" spc="-65">
                <a:latin typeface="Lucida Sans Unicode"/>
                <a:cs typeface="Lucida Sans Unicode"/>
              </a:rPr>
              <a:t> </a:t>
            </a:r>
            <a:r>
              <a:rPr dirty="0" sz="1500" spc="100">
                <a:latin typeface="Lucida Sans Unicode"/>
                <a:cs typeface="Lucida Sans Unicode"/>
              </a:rPr>
              <a:t>access</a:t>
            </a:r>
            <a:r>
              <a:rPr dirty="0" sz="1500" spc="-60">
                <a:latin typeface="Lucida Sans Unicode"/>
                <a:cs typeface="Lucida Sans Unicode"/>
              </a:rPr>
              <a:t> </a:t>
            </a:r>
            <a:r>
              <a:rPr dirty="0" sz="1500" spc="90">
                <a:latin typeface="Lucida Sans Unicode"/>
                <a:cs typeface="Lucida Sans Unicode"/>
              </a:rPr>
              <a:t>and</a:t>
            </a:r>
            <a:r>
              <a:rPr dirty="0" sz="1500" spc="-65">
                <a:latin typeface="Lucida Sans Unicode"/>
                <a:cs typeface="Lucida Sans Unicode"/>
              </a:rPr>
              <a:t> </a:t>
            </a:r>
            <a:r>
              <a:rPr dirty="0" sz="1500" spc="60">
                <a:latin typeface="Lucida Sans Unicode"/>
                <a:cs typeface="Lucida Sans Unicode"/>
              </a:rPr>
              <a:t>reduce</a:t>
            </a:r>
            <a:r>
              <a:rPr dirty="0" sz="1500" spc="-6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existing inequalities.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591822" y="5734402"/>
            <a:ext cx="6875145" cy="1564005"/>
          </a:xfrm>
          <a:prstGeom prst="rect">
            <a:avLst/>
          </a:prstGeom>
        </p:spPr>
        <p:txBody>
          <a:bodyPr wrap="square" lIns="0" tIns="996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400" spc="140" b="1">
                <a:solidFill>
                  <a:srgbClr val="FFFFFF"/>
                </a:solidFill>
                <a:latin typeface="Trebuchet MS"/>
                <a:cs typeface="Trebuchet MS"/>
              </a:rPr>
              <a:t>Promote</a:t>
            </a:r>
            <a:r>
              <a:rPr dirty="0" sz="24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70" b="1">
                <a:solidFill>
                  <a:srgbClr val="FFFFFF"/>
                </a:solidFill>
                <a:latin typeface="Trebuchet MS"/>
                <a:cs typeface="Trebuchet MS"/>
              </a:rPr>
              <a:t>Public-</a:t>
            </a:r>
            <a:r>
              <a:rPr dirty="0" sz="2400" spc="110" b="1">
                <a:solidFill>
                  <a:srgbClr val="FFFFFF"/>
                </a:solidFill>
                <a:latin typeface="Trebuchet MS"/>
                <a:cs typeface="Trebuchet MS"/>
              </a:rPr>
              <a:t>Private</a:t>
            </a:r>
            <a:r>
              <a:rPr dirty="0" sz="2400" spc="-19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45" b="1">
                <a:solidFill>
                  <a:srgbClr val="FFFFFF"/>
                </a:solidFill>
                <a:latin typeface="Trebuchet MS"/>
                <a:cs typeface="Trebuchet MS"/>
              </a:rPr>
              <a:t>Partnerships</a:t>
            </a:r>
            <a:r>
              <a:rPr dirty="0" sz="2400" spc="-2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400" spc="165" b="1">
                <a:solidFill>
                  <a:srgbClr val="FFFFFF"/>
                </a:solidFill>
                <a:latin typeface="Trebuchet MS"/>
                <a:cs typeface="Trebuchet MS"/>
              </a:rPr>
              <a:t>(PPPs)</a:t>
            </a:r>
            <a:endParaRPr sz="2400">
              <a:latin typeface="Trebuchet MS"/>
              <a:cs typeface="Trebuchet MS"/>
            </a:endParaRPr>
          </a:p>
          <a:p>
            <a:pPr marL="22225" marR="2100580">
              <a:lnSpc>
                <a:spcPct val="116700"/>
              </a:lnSpc>
              <a:spcBef>
                <a:spcPts val="140"/>
              </a:spcBef>
            </a:pPr>
            <a:r>
              <a:rPr dirty="0" sz="1500">
                <a:latin typeface="Lucida Sans Unicode"/>
                <a:cs typeface="Lucida Sans Unicode"/>
              </a:rPr>
              <a:t>Foster</a:t>
            </a:r>
            <a:r>
              <a:rPr dirty="0" sz="1500" spc="10">
                <a:latin typeface="Lucida Sans Unicode"/>
                <a:cs typeface="Lucida Sans Unicode"/>
              </a:rPr>
              <a:t> collaborations </a:t>
            </a:r>
            <a:r>
              <a:rPr dirty="0" sz="1500" spc="55">
                <a:latin typeface="Lucida Sans Unicode"/>
                <a:cs typeface="Lucida Sans Unicode"/>
              </a:rPr>
              <a:t>between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public </a:t>
            </a:r>
            <a:r>
              <a:rPr dirty="0" sz="1500" spc="90">
                <a:latin typeface="Lucida Sans Unicode"/>
                <a:cs typeface="Lucida Sans Unicode"/>
              </a:rPr>
              <a:t>and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private </a:t>
            </a:r>
            <a:r>
              <a:rPr dirty="0" sz="1500">
                <a:latin typeface="Lucida Sans Unicode"/>
                <a:cs typeface="Lucida Sans Unicode"/>
              </a:rPr>
              <a:t>entities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75">
                <a:latin typeface="Lucida Sans Unicode"/>
                <a:cs typeface="Lucida Sans Unicode"/>
              </a:rPr>
              <a:t>accelerate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expansion</a:t>
            </a:r>
            <a:r>
              <a:rPr dirty="0" sz="1500" spc="-20">
                <a:latin typeface="Lucida Sans Unicode"/>
                <a:cs typeface="Lucida Sans Unicode"/>
              </a:rPr>
              <a:t> </a:t>
            </a:r>
            <a:r>
              <a:rPr dirty="0" sz="1500" spc="90">
                <a:latin typeface="Lucida Sans Unicode"/>
                <a:cs typeface="Lucida Sans Unicode"/>
              </a:rPr>
              <a:t>and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improve </a:t>
            </a:r>
            <a:r>
              <a:rPr dirty="0" sz="1500" spc="10">
                <a:latin typeface="Lucida Sans Unicode"/>
                <a:cs typeface="Lucida Sans Unicode"/>
              </a:rPr>
              <a:t>infrastructure</a:t>
            </a:r>
            <a:r>
              <a:rPr dirty="0" sz="1500" spc="55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without</a:t>
            </a:r>
            <a:r>
              <a:rPr dirty="0" sz="1500" spc="55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compromising</a:t>
            </a:r>
            <a:r>
              <a:rPr dirty="0" sz="1500" spc="5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accessibility </a:t>
            </a:r>
            <a:r>
              <a:rPr dirty="0" sz="1500">
                <a:latin typeface="Lucida Sans Unicode"/>
                <a:cs typeface="Lucida Sans Unicode"/>
              </a:rPr>
              <a:t>or</a:t>
            </a:r>
            <a:r>
              <a:rPr dirty="0" sz="1500" spc="-10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quality.</a:t>
            </a:r>
            <a:endParaRPr sz="1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1160" y="725069"/>
            <a:ext cx="17610455" cy="9562465"/>
            <a:chOff x="51160" y="725069"/>
            <a:chExt cx="17610455" cy="9562465"/>
          </a:xfrm>
        </p:grpSpPr>
        <p:sp>
          <p:nvSpPr>
            <p:cNvPr id="3" name="object 3" descr=""/>
            <p:cNvSpPr/>
            <p:nvPr/>
          </p:nvSpPr>
          <p:spPr>
            <a:xfrm>
              <a:off x="626805" y="725069"/>
              <a:ext cx="17030700" cy="8836025"/>
            </a:xfrm>
            <a:custGeom>
              <a:avLst/>
              <a:gdLst/>
              <a:ahLst/>
              <a:cxnLst/>
              <a:rect l="l" t="t" r="r" b="b"/>
              <a:pathLst>
                <a:path w="17030700" h="8836025">
                  <a:moveTo>
                    <a:pt x="1905060" y="85725"/>
                  </a:moveTo>
                  <a:lnTo>
                    <a:pt x="1390710" y="85725"/>
                  </a:lnTo>
                  <a:lnTo>
                    <a:pt x="1390710" y="0"/>
                  </a:lnTo>
                  <a:lnTo>
                    <a:pt x="1905060" y="0"/>
                  </a:lnTo>
                  <a:lnTo>
                    <a:pt x="1905060" y="85725"/>
                  </a:lnTo>
                  <a:close/>
                </a:path>
                <a:path w="17030700" h="8836025">
                  <a:moveTo>
                    <a:pt x="2505135" y="85725"/>
                  </a:moveTo>
                  <a:lnTo>
                    <a:pt x="1990785" y="85725"/>
                  </a:lnTo>
                  <a:lnTo>
                    <a:pt x="1990785" y="0"/>
                  </a:lnTo>
                  <a:lnTo>
                    <a:pt x="2505135" y="0"/>
                  </a:lnTo>
                  <a:lnTo>
                    <a:pt x="2505135" y="85725"/>
                  </a:lnTo>
                  <a:close/>
                </a:path>
                <a:path w="17030700" h="8836025">
                  <a:moveTo>
                    <a:pt x="3105210" y="85725"/>
                  </a:moveTo>
                  <a:lnTo>
                    <a:pt x="2590860" y="85725"/>
                  </a:lnTo>
                  <a:lnTo>
                    <a:pt x="2590860" y="0"/>
                  </a:lnTo>
                  <a:lnTo>
                    <a:pt x="3105210" y="0"/>
                  </a:lnTo>
                  <a:lnTo>
                    <a:pt x="3105210" y="85725"/>
                  </a:lnTo>
                  <a:close/>
                </a:path>
                <a:path w="17030700" h="8836025">
                  <a:moveTo>
                    <a:pt x="3705285" y="85725"/>
                  </a:moveTo>
                  <a:lnTo>
                    <a:pt x="3190935" y="85725"/>
                  </a:lnTo>
                  <a:lnTo>
                    <a:pt x="3190935" y="0"/>
                  </a:lnTo>
                  <a:lnTo>
                    <a:pt x="3705285" y="0"/>
                  </a:lnTo>
                  <a:lnTo>
                    <a:pt x="3705285" y="85725"/>
                  </a:lnTo>
                  <a:close/>
                </a:path>
                <a:path w="17030700" h="8836025">
                  <a:moveTo>
                    <a:pt x="4305360" y="85725"/>
                  </a:moveTo>
                  <a:lnTo>
                    <a:pt x="3791010" y="85725"/>
                  </a:lnTo>
                  <a:lnTo>
                    <a:pt x="3791010" y="0"/>
                  </a:lnTo>
                  <a:lnTo>
                    <a:pt x="4305360" y="0"/>
                  </a:lnTo>
                  <a:lnTo>
                    <a:pt x="4305360" y="85725"/>
                  </a:lnTo>
                  <a:close/>
                </a:path>
                <a:path w="17030700" h="8836025">
                  <a:moveTo>
                    <a:pt x="4905435" y="85725"/>
                  </a:moveTo>
                  <a:lnTo>
                    <a:pt x="4391085" y="85725"/>
                  </a:lnTo>
                  <a:lnTo>
                    <a:pt x="4391085" y="0"/>
                  </a:lnTo>
                  <a:lnTo>
                    <a:pt x="4905435" y="0"/>
                  </a:lnTo>
                  <a:lnTo>
                    <a:pt x="4905435" y="85725"/>
                  </a:lnTo>
                  <a:close/>
                </a:path>
                <a:path w="17030700" h="8836025">
                  <a:moveTo>
                    <a:pt x="5505510" y="85725"/>
                  </a:moveTo>
                  <a:lnTo>
                    <a:pt x="4991160" y="85725"/>
                  </a:lnTo>
                  <a:lnTo>
                    <a:pt x="4991160" y="0"/>
                  </a:lnTo>
                  <a:lnTo>
                    <a:pt x="5505510" y="0"/>
                  </a:lnTo>
                  <a:lnTo>
                    <a:pt x="5505510" y="85725"/>
                  </a:lnTo>
                  <a:close/>
                </a:path>
                <a:path w="17030700" h="8836025">
                  <a:moveTo>
                    <a:pt x="6105585" y="85725"/>
                  </a:moveTo>
                  <a:lnTo>
                    <a:pt x="5591235" y="85725"/>
                  </a:lnTo>
                  <a:lnTo>
                    <a:pt x="5591235" y="0"/>
                  </a:lnTo>
                  <a:lnTo>
                    <a:pt x="6105585" y="0"/>
                  </a:lnTo>
                  <a:lnTo>
                    <a:pt x="6105585" y="85725"/>
                  </a:lnTo>
                  <a:close/>
                </a:path>
                <a:path w="17030700" h="8836025">
                  <a:moveTo>
                    <a:pt x="6705660" y="85725"/>
                  </a:moveTo>
                  <a:lnTo>
                    <a:pt x="6191310" y="85725"/>
                  </a:lnTo>
                  <a:lnTo>
                    <a:pt x="6191310" y="0"/>
                  </a:lnTo>
                  <a:lnTo>
                    <a:pt x="6705660" y="0"/>
                  </a:lnTo>
                  <a:lnTo>
                    <a:pt x="6705660" y="85725"/>
                  </a:lnTo>
                  <a:close/>
                </a:path>
                <a:path w="17030700" h="8836025">
                  <a:moveTo>
                    <a:pt x="7305736" y="85725"/>
                  </a:moveTo>
                  <a:lnTo>
                    <a:pt x="6791385" y="85725"/>
                  </a:lnTo>
                  <a:lnTo>
                    <a:pt x="6791385" y="0"/>
                  </a:lnTo>
                  <a:lnTo>
                    <a:pt x="7305736" y="0"/>
                  </a:lnTo>
                  <a:lnTo>
                    <a:pt x="7305736" y="85725"/>
                  </a:lnTo>
                  <a:close/>
                </a:path>
                <a:path w="17030700" h="8836025">
                  <a:moveTo>
                    <a:pt x="7905811" y="85725"/>
                  </a:moveTo>
                  <a:lnTo>
                    <a:pt x="7391461" y="85725"/>
                  </a:lnTo>
                  <a:lnTo>
                    <a:pt x="7391461" y="0"/>
                  </a:lnTo>
                  <a:lnTo>
                    <a:pt x="7905811" y="0"/>
                  </a:lnTo>
                  <a:lnTo>
                    <a:pt x="7905811" y="85725"/>
                  </a:lnTo>
                  <a:close/>
                </a:path>
                <a:path w="17030700" h="8836025">
                  <a:moveTo>
                    <a:pt x="8505886" y="85725"/>
                  </a:moveTo>
                  <a:lnTo>
                    <a:pt x="7991536" y="85725"/>
                  </a:lnTo>
                  <a:lnTo>
                    <a:pt x="7991536" y="0"/>
                  </a:lnTo>
                  <a:lnTo>
                    <a:pt x="8505886" y="0"/>
                  </a:lnTo>
                  <a:lnTo>
                    <a:pt x="8505886" y="85725"/>
                  </a:lnTo>
                  <a:close/>
                </a:path>
                <a:path w="17030700" h="8836025">
                  <a:moveTo>
                    <a:pt x="9105961" y="85725"/>
                  </a:moveTo>
                  <a:lnTo>
                    <a:pt x="8591611" y="85725"/>
                  </a:lnTo>
                  <a:lnTo>
                    <a:pt x="8591611" y="0"/>
                  </a:lnTo>
                  <a:lnTo>
                    <a:pt x="9105961" y="0"/>
                  </a:lnTo>
                  <a:lnTo>
                    <a:pt x="9105961" y="85725"/>
                  </a:lnTo>
                  <a:close/>
                </a:path>
                <a:path w="17030700" h="8836025">
                  <a:moveTo>
                    <a:pt x="9706045" y="85725"/>
                  </a:moveTo>
                  <a:lnTo>
                    <a:pt x="9191686" y="85725"/>
                  </a:lnTo>
                  <a:lnTo>
                    <a:pt x="9191686" y="0"/>
                  </a:lnTo>
                  <a:lnTo>
                    <a:pt x="9706045" y="0"/>
                  </a:lnTo>
                  <a:lnTo>
                    <a:pt x="9706045" y="85725"/>
                  </a:lnTo>
                  <a:close/>
                </a:path>
                <a:path w="17030700" h="8836025">
                  <a:moveTo>
                    <a:pt x="10306120" y="85725"/>
                  </a:moveTo>
                  <a:lnTo>
                    <a:pt x="9791770" y="85725"/>
                  </a:lnTo>
                  <a:lnTo>
                    <a:pt x="9791770" y="0"/>
                  </a:lnTo>
                  <a:lnTo>
                    <a:pt x="10306120" y="0"/>
                  </a:lnTo>
                  <a:lnTo>
                    <a:pt x="10306120" y="85725"/>
                  </a:lnTo>
                  <a:close/>
                </a:path>
                <a:path w="17030700" h="8836025">
                  <a:moveTo>
                    <a:pt x="10906195" y="85725"/>
                  </a:moveTo>
                  <a:lnTo>
                    <a:pt x="10391845" y="85725"/>
                  </a:lnTo>
                  <a:lnTo>
                    <a:pt x="10391845" y="0"/>
                  </a:lnTo>
                  <a:lnTo>
                    <a:pt x="10906195" y="0"/>
                  </a:lnTo>
                  <a:lnTo>
                    <a:pt x="10906195" y="85725"/>
                  </a:lnTo>
                  <a:close/>
                </a:path>
                <a:path w="17030700" h="8836025">
                  <a:moveTo>
                    <a:pt x="11506270" y="85725"/>
                  </a:moveTo>
                  <a:lnTo>
                    <a:pt x="10991920" y="85725"/>
                  </a:lnTo>
                  <a:lnTo>
                    <a:pt x="10991920" y="0"/>
                  </a:lnTo>
                  <a:lnTo>
                    <a:pt x="11506270" y="0"/>
                  </a:lnTo>
                  <a:lnTo>
                    <a:pt x="11506270" y="85725"/>
                  </a:lnTo>
                  <a:close/>
                </a:path>
                <a:path w="17030700" h="8836025">
                  <a:moveTo>
                    <a:pt x="12106345" y="85725"/>
                  </a:moveTo>
                  <a:lnTo>
                    <a:pt x="11591995" y="85725"/>
                  </a:lnTo>
                  <a:lnTo>
                    <a:pt x="11591995" y="0"/>
                  </a:lnTo>
                  <a:lnTo>
                    <a:pt x="12106345" y="0"/>
                  </a:lnTo>
                  <a:lnTo>
                    <a:pt x="12106345" y="85725"/>
                  </a:lnTo>
                  <a:close/>
                </a:path>
                <a:path w="17030700" h="8836025">
                  <a:moveTo>
                    <a:pt x="12706420" y="85725"/>
                  </a:moveTo>
                  <a:lnTo>
                    <a:pt x="12192070" y="85725"/>
                  </a:lnTo>
                  <a:lnTo>
                    <a:pt x="12192070" y="0"/>
                  </a:lnTo>
                  <a:lnTo>
                    <a:pt x="12706420" y="0"/>
                  </a:lnTo>
                  <a:lnTo>
                    <a:pt x="12706420" y="85725"/>
                  </a:lnTo>
                  <a:close/>
                </a:path>
                <a:path w="17030700" h="8836025">
                  <a:moveTo>
                    <a:pt x="13306495" y="85725"/>
                  </a:moveTo>
                  <a:lnTo>
                    <a:pt x="12792145" y="85725"/>
                  </a:lnTo>
                  <a:lnTo>
                    <a:pt x="12792145" y="0"/>
                  </a:lnTo>
                  <a:lnTo>
                    <a:pt x="13306495" y="0"/>
                  </a:lnTo>
                  <a:lnTo>
                    <a:pt x="13306495" y="85725"/>
                  </a:lnTo>
                  <a:close/>
                </a:path>
                <a:path w="17030700" h="8836025">
                  <a:moveTo>
                    <a:pt x="13906570" y="85725"/>
                  </a:moveTo>
                  <a:lnTo>
                    <a:pt x="13392220" y="85725"/>
                  </a:lnTo>
                  <a:lnTo>
                    <a:pt x="13392220" y="0"/>
                  </a:lnTo>
                  <a:lnTo>
                    <a:pt x="13906570" y="0"/>
                  </a:lnTo>
                  <a:lnTo>
                    <a:pt x="13906570" y="85725"/>
                  </a:lnTo>
                  <a:close/>
                </a:path>
                <a:path w="17030700" h="8836025">
                  <a:moveTo>
                    <a:pt x="14506645" y="85725"/>
                  </a:moveTo>
                  <a:lnTo>
                    <a:pt x="13992295" y="85725"/>
                  </a:lnTo>
                  <a:lnTo>
                    <a:pt x="13992295" y="0"/>
                  </a:lnTo>
                  <a:lnTo>
                    <a:pt x="14506645" y="0"/>
                  </a:lnTo>
                  <a:lnTo>
                    <a:pt x="14506645" y="85725"/>
                  </a:lnTo>
                  <a:close/>
                </a:path>
                <a:path w="17030700" h="8836025">
                  <a:moveTo>
                    <a:pt x="15106721" y="85725"/>
                  </a:moveTo>
                  <a:lnTo>
                    <a:pt x="14592370" y="85725"/>
                  </a:lnTo>
                  <a:lnTo>
                    <a:pt x="14592370" y="0"/>
                  </a:lnTo>
                  <a:lnTo>
                    <a:pt x="15106721" y="0"/>
                  </a:lnTo>
                  <a:lnTo>
                    <a:pt x="15106721" y="85725"/>
                  </a:lnTo>
                  <a:close/>
                </a:path>
                <a:path w="17030700" h="8836025">
                  <a:moveTo>
                    <a:pt x="15706796" y="85725"/>
                  </a:moveTo>
                  <a:lnTo>
                    <a:pt x="15192446" y="85725"/>
                  </a:lnTo>
                  <a:lnTo>
                    <a:pt x="15192446" y="0"/>
                  </a:lnTo>
                  <a:lnTo>
                    <a:pt x="15706796" y="0"/>
                  </a:lnTo>
                  <a:lnTo>
                    <a:pt x="15706796" y="85725"/>
                  </a:lnTo>
                  <a:close/>
                </a:path>
                <a:path w="17030700" h="8836025">
                  <a:moveTo>
                    <a:pt x="16300203" y="87956"/>
                  </a:moveTo>
                  <a:lnTo>
                    <a:pt x="16286112" y="86980"/>
                  </a:lnTo>
                  <a:lnTo>
                    <a:pt x="16271985" y="86282"/>
                  </a:lnTo>
                  <a:lnTo>
                    <a:pt x="16257823" y="85864"/>
                  </a:lnTo>
                  <a:lnTo>
                    <a:pt x="16243625" y="85725"/>
                  </a:lnTo>
                  <a:lnTo>
                    <a:pt x="15792521" y="85725"/>
                  </a:lnTo>
                  <a:lnTo>
                    <a:pt x="15792521" y="0"/>
                  </a:lnTo>
                  <a:lnTo>
                    <a:pt x="16243630" y="0"/>
                  </a:lnTo>
                  <a:lnTo>
                    <a:pt x="16291790" y="1442"/>
                  </a:lnTo>
                  <a:lnTo>
                    <a:pt x="16306941" y="2808"/>
                  </a:lnTo>
                  <a:lnTo>
                    <a:pt x="16300380" y="85725"/>
                  </a:lnTo>
                  <a:lnTo>
                    <a:pt x="16300280" y="86980"/>
                  </a:lnTo>
                  <a:lnTo>
                    <a:pt x="16300203" y="87956"/>
                  </a:lnTo>
                  <a:close/>
                </a:path>
                <a:path w="17030700" h="8836025">
                  <a:moveTo>
                    <a:pt x="16768357" y="319964"/>
                  </a:moveTo>
                  <a:lnTo>
                    <a:pt x="16732017" y="282130"/>
                  </a:lnTo>
                  <a:lnTo>
                    <a:pt x="16693863" y="247592"/>
                  </a:lnTo>
                  <a:lnTo>
                    <a:pt x="16653895" y="216349"/>
                  </a:lnTo>
                  <a:lnTo>
                    <a:pt x="16612110" y="188401"/>
                  </a:lnTo>
                  <a:lnTo>
                    <a:pt x="16568510" y="163749"/>
                  </a:lnTo>
                  <a:lnTo>
                    <a:pt x="16523092" y="142392"/>
                  </a:lnTo>
                  <a:lnTo>
                    <a:pt x="16475856" y="124331"/>
                  </a:lnTo>
                  <a:lnTo>
                    <a:pt x="16426801" y="109565"/>
                  </a:lnTo>
                  <a:lnTo>
                    <a:pt x="16375927" y="98095"/>
                  </a:lnTo>
                  <a:lnTo>
                    <a:pt x="16391850" y="14034"/>
                  </a:lnTo>
                  <a:lnTo>
                    <a:pt x="16431360" y="22423"/>
                  </a:lnTo>
                  <a:lnTo>
                    <a:pt x="16475970" y="34691"/>
                  </a:lnTo>
                  <a:lnTo>
                    <a:pt x="16519487" y="49459"/>
                  </a:lnTo>
                  <a:lnTo>
                    <a:pt x="16561827" y="66644"/>
                  </a:lnTo>
                  <a:lnTo>
                    <a:pt x="16602908" y="86163"/>
                  </a:lnTo>
                  <a:lnTo>
                    <a:pt x="16642646" y="107934"/>
                  </a:lnTo>
                  <a:lnTo>
                    <a:pt x="16680960" y="131874"/>
                  </a:lnTo>
                  <a:lnTo>
                    <a:pt x="16717767" y="157900"/>
                  </a:lnTo>
                  <a:lnTo>
                    <a:pt x="16752983" y="185930"/>
                  </a:lnTo>
                  <a:lnTo>
                    <a:pt x="16786526" y="215880"/>
                  </a:lnTo>
                  <a:lnTo>
                    <a:pt x="16818238" y="247592"/>
                  </a:lnTo>
                  <a:lnTo>
                    <a:pt x="16831933" y="262922"/>
                  </a:lnTo>
                  <a:lnTo>
                    <a:pt x="16768357" y="319964"/>
                  </a:lnTo>
                  <a:close/>
                </a:path>
                <a:path w="17030700" h="8836025">
                  <a:moveTo>
                    <a:pt x="17030700" y="813151"/>
                  </a:moveTo>
                  <a:lnTo>
                    <a:pt x="16948475" y="813151"/>
                  </a:lnTo>
                  <a:lnTo>
                    <a:pt x="16948475" y="790562"/>
                  </a:lnTo>
                  <a:lnTo>
                    <a:pt x="16946845" y="740614"/>
                  </a:lnTo>
                  <a:lnTo>
                    <a:pt x="16941954" y="691738"/>
                  </a:lnTo>
                  <a:lnTo>
                    <a:pt x="16933803" y="643933"/>
                  </a:lnTo>
                  <a:lnTo>
                    <a:pt x="16922389" y="597201"/>
                  </a:lnTo>
                  <a:lnTo>
                    <a:pt x="16907712" y="551540"/>
                  </a:lnTo>
                  <a:lnTo>
                    <a:pt x="16889772" y="506951"/>
                  </a:lnTo>
                  <a:lnTo>
                    <a:pt x="16868568" y="463435"/>
                  </a:lnTo>
                  <a:lnTo>
                    <a:pt x="16844098" y="420990"/>
                  </a:lnTo>
                  <a:lnTo>
                    <a:pt x="16816363" y="379617"/>
                  </a:lnTo>
                  <a:lnTo>
                    <a:pt x="16885708" y="329744"/>
                  </a:lnTo>
                  <a:lnTo>
                    <a:pt x="16926258" y="391550"/>
                  </a:lnTo>
                  <a:lnTo>
                    <a:pt x="16948029" y="431288"/>
                  </a:lnTo>
                  <a:lnTo>
                    <a:pt x="16967547" y="472369"/>
                  </a:lnTo>
                  <a:lnTo>
                    <a:pt x="16984732" y="514709"/>
                  </a:lnTo>
                  <a:lnTo>
                    <a:pt x="16999500" y="558225"/>
                  </a:lnTo>
                  <a:lnTo>
                    <a:pt x="17011768" y="602836"/>
                  </a:lnTo>
                  <a:lnTo>
                    <a:pt x="17021454" y="648457"/>
                  </a:lnTo>
                  <a:lnTo>
                    <a:pt x="17028474" y="695007"/>
                  </a:lnTo>
                  <a:lnTo>
                    <a:pt x="17030700" y="719696"/>
                  </a:lnTo>
                  <a:lnTo>
                    <a:pt x="17030700" y="813151"/>
                  </a:lnTo>
                  <a:close/>
                </a:path>
                <a:path w="17030700" h="8836025">
                  <a:moveTo>
                    <a:pt x="17030700" y="1413224"/>
                  </a:moveTo>
                  <a:lnTo>
                    <a:pt x="16948475" y="1413224"/>
                  </a:lnTo>
                  <a:lnTo>
                    <a:pt x="16948475" y="898876"/>
                  </a:lnTo>
                  <a:lnTo>
                    <a:pt x="17030700" y="898876"/>
                  </a:lnTo>
                  <a:lnTo>
                    <a:pt x="17030700" y="1413224"/>
                  </a:lnTo>
                  <a:close/>
                </a:path>
                <a:path w="17030700" h="8836025">
                  <a:moveTo>
                    <a:pt x="17030700" y="2013299"/>
                  </a:moveTo>
                  <a:lnTo>
                    <a:pt x="16948475" y="2013299"/>
                  </a:lnTo>
                  <a:lnTo>
                    <a:pt x="16948475" y="1498949"/>
                  </a:lnTo>
                  <a:lnTo>
                    <a:pt x="17030700" y="1498949"/>
                  </a:lnTo>
                  <a:lnTo>
                    <a:pt x="17030700" y="2013299"/>
                  </a:lnTo>
                  <a:close/>
                </a:path>
                <a:path w="17030700" h="8836025">
                  <a:moveTo>
                    <a:pt x="17030700" y="2613374"/>
                  </a:moveTo>
                  <a:lnTo>
                    <a:pt x="16948475" y="2613374"/>
                  </a:lnTo>
                  <a:lnTo>
                    <a:pt x="16948475" y="2099024"/>
                  </a:lnTo>
                  <a:lnTo>
                    <a:pt x="17030700" y="2099024"/>
                  </a:lnTo>
                  <a:lnTo>
                    <a:pt x="17030700" y="2613374"/>
                  </a:lnTo>
                  <a:close/>
                </a:path>
                <a:path w="17030700" h="8836025">
                  <a:moveTo>
                    <a:pt x="17030700" y="3213449"/>
                  </a:moveTo>
                  <a:lnTo>
                    <a:pt x="16948475" y="3213449"/>
                  </a:lnTo>
                  <a:lnTo>
                    <a:pt x="16948475" y="2699099"/>
                  </a:lnTo>
                  <a:lnTo>
                    <a:pt x="17030700" y="2699099"/>
                  </a:lnTo>
                  <a:lnTo>
                    <a:pt x="17030700" y="3213449"/>
                  </a:lnTo>
                  <a:close/>
                </a:path>
                <a:path w="17030700" h="8836025">
                  <a:moveTo>
                    <a:pt x="17030700" y="3813524"/>
                  </a:moveTo>
                  <a:lnTo>
                    <a:pt x="16948475" y="3813524"/>
                  </a:lnTo>
                  <a:lnTo>
                    <a:pt x="16948475" y="3299174"/>
                  </a:lnTo>
                  <a:lnTo>
                    <a:pt x="17030700" y="3299174"/>
                  </a:lnTo>
                  <a:lnTo>
                    <a:pt x="17030700" y="3813524"/>
                  </a:lnTo>
                  <a:close/>
                </a:path>
                <a:path w="17030700" h="8836025">
                  <a:moveTo>
                    <a:pt x="17030700" y="4413599"/>
                  </a:moveTo>
                  <a:lnTo>
                    <a:pt x="16948475" y="4413599"/>
                  </a:lnTo>
                  <a:lnTo>
                    <a:pt x="16948475" y="3899249"/>
                  </a:lnTo>
                  <a:lnTo>
                    <a:pt x="17030700" y="3899249"/>
                  </a:lnTo>
                  <a:lnTo>
                    <a:pt x="17030700" y="4413599"/>
                  </a:lnTo>
                  <a:close/>
                </a:path>
                <a:path w="17030700" h="8836025">
                  <a:moveTo>
                    <a:pt x="17030700" y="5013674"/>
                  </a:moveTo>
                  <a:lnTo>
                    <a:pt x="16948475" y="5013674"/>
                  </a:lnTo>
                  <a:lnTo>
                    <a:pt x="16948475" y="4499324"/>
                  </a:lnTo>
                  <a:lnTo>
                    <a:pt x="17030700" y="4499324"/>
                  </a:lnTo>
                  <a:lnTo>
                    <a:pt x="17030700" y="5013674"/>
                  </a:lnTo>
                  <a:close/>
                </a:path>
                <a:path w="17030700" h="8836025">
                  <a:moveTo>
                    <a:pt x="17030700" y="5613749"/>
                  </a:moveTo>
                  <a:lnTo>
                    <a:pt x="16948475" y="5613749"/>
                  </a:lnTo>
                  <a:lnTo>
                    <a:pt x="16948475" y="5099399"/>
                  </a:lnTo>
                  <a:lnTo>
                    <a:pt x="17030700" y="5099399"/>
                  </a:lnTo>
                  <a:lnTo>
                    <a:pt x="17030700" y="5613749"/>
                  </a:lnTo>
                  <a:close/>
                </a:path>
                <a:path w="17030700" h="8836025">
                  <a:moveTo>
                    <a:pt x="17030700" y="6213824"/>
                  </a:moveTo>
                  <a:lnTo>
                    <a:pt x="16948475" y="6213824"/>
                  </a:lnTo>
                  <a:lnTo>
                    <a:pt x="16948475" y="5699474"/>
                  </a:lnTo>
                  <a:lnTo>
                    <a:pt x="17030700" y="5699474"/>
                  </a:lnTo>
                  <a:lnTo>
                    <a:pt x="17030700" y="6213824"/>
                  </a:lnTo>
                  <a:close/>
                </a:path>
                <a:path w="17030700" h="8836025">
                  <a:moveTo>
                    <a:pt x="17030700" y="6813899"/>
                  </a:moveTo>
                  <a:lnTo>
                    <a:pt x="16948475" y="6813899"/>
                  </a:lnTo>
                  <a:lnTo>
                    <a:pt x="16948475" y="6299549"/>
                  </a:lnTo>
                  <a:lnTo>
                    <a:pt x="17030700" y="6299549"/>
                  </a:lnTo>
                  <a:lnTo>
                    <a:pt x="17030700" y="6813899"/>
                  </a:lnTo>
                  <a:close/>
                </a:path>
                <a:path w="17030700" h="8836025">
                  <a:moveTo>
                    <a:pt x="17030700" y="7413974"/>
                  </a:moveTo>
                  <a:lnTo>
                    <a:pt x="16948475" y="7413974"/>
                  </a:lnTo>
                  <a:lnTo>
                    <a:pt x="16948475" y="6899624"/>
                  </a:lnTo>
                  <a:lnTo>
                    <a:pt x="17030700" y="6899624"/>
                  </a:lnTo>
                  <a:lnTo>
                    <a:pt x="17030700" y="7413974"/>
                  </a:lnTo>
                  <a:close/>
                </a:path>
                <a:path w="17030700" h="8836025">
                  <a:moveTo>
                    <a:pt x="17030700" y="8014049"/>
                  </a:moveTo>
                  <a:lnTo>
                    <a:pt x="16948475" y="8014049"/>
                  </a:lnTo>
                  <a:lnTo>
                    <a:pt x="16948475" y="7499699"/>
                  </a:lnTo>
                  <a:lnTo>
                    <a:pt x="17030700" y="7499699"/>
                  </a:lnTo>
                  <a:lnTo>
                    <a:pt x="17030700" y="8014049"/>
                  </a:lnTo>
                  <a:close/>
                </a:path>
                <a:path w="17030700" h="8836025">
                  <a:moveTo>
                    <a:pt x="16837737" y="8566509"/>
                  </a:moveTo>
                  <a:lnTo>
                    <a:pt x="16773500" y="8510130"/>
                  </a:lnTo>
                  <a:lnTo>
                    <a:pt x="16806683" y="8469643"/>
                  </a:lnTo>
                  <a:lnTo>
                    <a:pt x="16836382" y="8427722"/>
                  </a:lnTo>
                  <a:lnTo>
                    <a:pt x="16862598" y="8384366"/>
                  </a:lnTo>
                  <a:lnTo>
                    <a:pt x="16885334" y="8339576"/>
                  </a:lnTo>
                  <a:lnTo>
                    <a:pt x="16904590" y="8293352"/>
                  </a:lnTo>
                  <a:lnTo>
                    <a:pt x="16920369" y="8245694"/>
                  </a:lnTo>
                  <a:lnTo>
                    <a:pt x="16932672" y="8196602"/>
                  </a:lnTo>
                  <a:lnTo>
                    <a:pt x="16941500" y="8146076"/>
                  </a:lnTo>
                  <a:lnTo>
                    <a:pt x="16946855" y="8094116"/>
                  </a:lnTo>
                  <a:lnTo>
                    <a:pt x="17030700" y="8099834"/>
                  </a:lnTo>
                  <a:lnTo>
                    <a:pt x="17030700" y="8116234"/>
                  </a:lnTo>
                  <a:lnTo>
                    <a:pt x="17028474" y="8140923"/>
                  </a:lnTo>
                  <a:lnTo>
                    <a:pt x="17021454" y="8187474"/>
                  </a:lnTo>
                  <a:lnTo>
                    <a:pt x="17011768" y="8233096"/>
                  </a:lnTo>
                  <a:lnTo>
                    <a:pt x="16999500" y="8277707"/>
                  </a:lnTo>
                  <a:lnTo>
                    <a:pt x="16984732" y="8321223"/>
                  </a:lnTo>
                  <a:lnTo>
                    <a:pt x="16967547" y="8363563"/>
                  </a:lnTo>
                  <a:lnTo>
                    <a:pt x="16948029" y="8404644"/>
                  </a:lnTo>
                  <a:lnTo>
                    <a:pt x="16926258" y="8444382"/>
                  </a:lnTo>
                  <a:lnTo>
                    <a:pt x="16902319" y="8482696"/>
                  </a:lnTo>
                  <a:lnTo>
                    <a:pt x="16876293" y="8519503"/>
                  </a:lnTo>
                  <a:lnTo>
                    <a:pt x="16848264" y="8554719"/>
                  </a:lnTo>
                  <a:lnTo>
                    <a:pt x="16837737" y="8566509"/>
                  </a:lnTo>
                  <a:close/>
                </a:path>
                <a:path w="17030700" h="8836025">
                  <a:moveTo>
                    <a:pt x="16315601" y="8832337"/>
                  </a:moveTo>
                  <a:lnTo>
                    <a:pt x="16307918" y="8747312"/>
                  </a:lnTo>
                  <a:lnTo>
                    <a:pt x="16359716" y="8740843"/>
                  </a:lnTo>
                  <a:lnTo>
                    <a:pt x="16410017" y="8730922"/>
                  </a:lnTo>
                  <a:lnTo>
                    <a:pt x="16458819" y="8717549"/>
                  </a:lnTo>
                  <a:lnTo>
                    <a:pt x="16506120" y="8700724"/>
                  </a:lnTo>
                  <a:lnTo>
                    <a:pt x="16551920" y="8680447"/>
                  </a:lnTo>
                  <a:lnTo>
                    <a:pt x="16596215" y="8656718"/>
                  </a:lnTo>
                  <a:lnTo>
                    <a:pt x="16639006" y="8629536"/>
                  </a:lnTo>
                  <a:lnTo>
                    <a:pt x="16680290" y="8598901"/>
                  </a:lnTo>
                  <a:lnTo>
                    <a:pt x="16720065" y="8564813"/>
                  </a:lnTo>
                  <a:lnTo>
                    <a:pt x="16777857" y="8627791"/>
                  </a:lnTo>
                  <a:lnTo>
                    <a:pt x="16717767" y="8678029"/>
                  </a:lnTo>
                  <a:lnTo>
                    <a:pt x="16680960" y="8704055"/>
                  </a:lnTo>
                  <a:lnTo>
                    <a:pt x="16642646" y="8727994"/>
                  </a:lnTo>
                  <a:lnTo>
                    <a:pt x="16602908" y="8749765"/>
                  </a:lnTo>
                  <a:lnTo>
                    <a:pt x="16561827" y="8769284"/>
                  </a:lnTo>
                  <a:lnTo>
                    <a:pt x="16519487" y="8786468"/>
                  </a:lnTo>
                  <a:lnTo>
                    <a:pt x="16475970" y="8801236"/>
                  </a:lnTo>
                  <a:lnTo>
                    <a:pt x="16431360" y="8813504"/>
                  </a:lnTo>
                  <a:lnTo>
                    <a:pt x="16385738" y="8823190"/>
                  </a:lnTo>
                  <a:lnTo>
                    <a:pt x="16339187" y="8830210"/>
                  </a:lnTo>
                  <a:lnTo>
                    <a:pt x="16315601" y="8832337"/>
                  </a:lnTo>
                  <a:close/>
                </a:path>
                <a:path w="17030700" h="8836025">
                  <a:moveTo>
                    <a:pt x="16229813" y="8835926"/>
                  </a:moveTo>
                  <a:lnTo>
                    <a:pt x="15715463" y="8835926"/>
                  </a:lnTo>
                  <a:lnTo>
                    <a:pt x="15715463" y="8750198"/>
                  </a:lnTo>
                  <a:lnTo>
                    <a:pt x="16229813" y="8750198"/>
                  </a:lnTo>
                  <a:lnTo>
                    <a:pt x="16229813" y="8835926"/>
                  </a:lnTo>
                  <a:close/>
                </a:path>
                <a:path w="17030700" h="8836025">
                  <a:moveTo>
                    <a:pt x="15629738" y="8835926"/>
                  </a:moveTo>
                  <a:lnTo>
                    <a:pt x="15115388" y="8835926"/>
                  </a:lnTo>
                  <a:lnTo>
                    <a:pt x="15115388" y="8750198"/>
                  </a:lnTo>
                  <a:lnTo>
                    <a:pt x="15629738" y="8750198"/>
                  </a:lnTo>
                  <a:lnTo>
                    <a:pt x="15629738" y="8835926"/>
                  </a:lnTo>
                  <a:close/>
                </a:path>
                <a:path w="17030700" h="8836025">
                  <a:moveTo>
                    <a:pt x="15029663" y="8835926"/>
                  </a:moveTo>
                  <a:lnTo>
                    <a:pt x="14515313" y="8835926"/>
                  </a:lnTo>
                  <a:lnTo>
                    <a:pt x="14515313" y="8750198"/>
                  </a:lnTo>
                  <a:lnTo>
                    <a:pt x="15029663" y="8750198"/>
                  </a:lnTo>
                  <a:lnTo>
                    <a:pt x="15029663" y="8835926"/>
                  </a:lnTo>
                  <a:close/>
                </a:path>
                <a:path w="17030700" h="8836025">
                  <a:moveTo>
                    <a:pt x="14429588" y="8835926"/>
                  </a:moveTo>
                  <a:lnTo>
                    <a:pt x="13915238" y="8835926"/>
                  </a:lnTo>
                  <a:lnTo>
                    <a:pt x="13915238" y="8750198"/>
                  </a:lnTo>
                  <a:lnTo>
                    <a:pt x="14429588" y="8750198"/>
                  </a:lnTo>
                  <a:lnTo>
                    <a:pt x="14429588" y="8835926"/>
                  </a:lnTo>
                  <a:close/>
                </a:path>
                <a:path w="17030700" h="8836025">
                  <a:moveTo>
                    <a:pt x="13829513" y="8835926"/>
                  </a:moveTo>
                  <a:lnTo>
                    <a:pt x="13315163" y="8835926"/>
                  </a:lnTo>
                  <a:lnTo>
                    <a:pt x="13315163" y="8750198"/>
                  </a:lnTo>
                  <a:lnTo>
                    <a:pt x="13829513" y="8750198"/>
                  </a:lnTo>
                  <a:lnTo>
                    <a:pt x="13829513" y="8835926"/>
                  </a:lnTo>
                  <a:close/>
                </a:path>
                <a:path w="17030700" h="8836025">
                  <a:moveTo>
                    <a:pt x="13229438" y="8835926"/>
                  </a:moveTo>
                  <a:lnTo>
                    <a:pt x="12715088" y="8835926"/>
                  </a:lnTo>
                  <a:lnTo>
                    <a:pt x="12715088" y="8750198"/>
                  </a:lnTo>
                  <a:lnTo>
                    <a:pt x="13229438" y="8750198"/>
                  </a:lnTo>
                  <a:lnTo>
                    <a:pt x="13229438" y="8835926"/>
                  </a:lnTo>
                  <a:close/>
                </a:path>
                <a:path w="17030700" h="8836025">
                  <a:moveTo>
                    <a:pt x="12629363" y="8835926"/>
                  </a:moveTo>
                  <a:lnTo>
                    <a:pt x="12115013" y="8835926"/>
                  </a:lnTo>
                  <a:lnTo>
                    <a:pt x="12115013" y="8750198"/>
                  </a:lnTo>
                  <a:lnTo>
                    <a:pt x="12629363" y="8750198"/>
                  </a:lnTo>
                  <a:lnTo>
                    <a:pt x="12629363" y="8835926"/>
                  </a:lnTo>
                  <a:close/>
                </a:path>
                <a:path w="17030700" h="8836025">
                  <a:moveTo>
                    <a:pt x="12029288" y="8835926"/>
                  </a:moveTo>
                  <a:lnTo>
                    <a:pt x="11514938" y="8835926"/>
                  </a:lnTo>
                  <a:lnTo>
                    <a:pt x="11514938" y="8750198"/>
                  </a:lnTo>
                  <a:lnTo>
                    <a:pt x="12029288" y="8750198"/>
                  </a:lnTo>
                  <a:lnTo>
                    <a:pt x="12029288" y="8835926"/>
                  </a:lnTo>
                  <a:close/>
                </a:path>
                <a:path w="17030700" h="8836025">
                  <a:moveTo>
                    <a:pt x="11429213" y="8835926"/>
                  </a:moveTo>
                  <a:lnTo>
                    <a:pt x="10914863" y="8835926"/>
                  </a:lnTo>
                  <a:lnTo>
                    <a:pt x="10914863" y="8750198"/>
                  </a:lnTo>
                  <a:lnTo>
                    <a:pt x="11429213" y="8750198"/>
                  </a:lnTo>
                  <a:lnTo>
                    <a:pt x="11429213" y="8835926"/>
                  </a:lnTo>
                  <a:close/>
                </a:path>
                <a:path w="17030700" h="8836025">
                  <a:moveTo>
                    <a:pt x="10829138" y="8835926"/>
                  </a:moveTo>
                  <a:lnTo>
                    <a:pt x="10314788" y="8835926"/>
                  </a:lnTo>
                  <a:lnTo>
                    <a:pt x="10314788" y="8750198"/>
                  </a:lnTo>
                  <a:lnTo>
                    <a:pt x="10829138" y="8750198"/>
                  </a:lnTo>
                  <a:lnTo>
                    <a:pt x="10829138" y="8835926"/>
                  </a:lnTo>
                  <a:close/>
                </a:path>
                <a:path w="17030700" h="8836025">
                  <a:moveTo>
                    <a:pt x="10229063" y="8835926"/>
                  </a:moveTo>
                  <a:lnTo>
                    <a:pt x="9714713" y="8835926"/>
                  </a:lnTo>
                  <a:lnTo>
                    <a:pt x="9714713" y="8750198"/>
                  </a:lnTo>
                  <a:lnTo>
                    <a:pt x="10229063" y="8750198"/>
                  </a:lnTo>
                  <a:lnTo>
                    <a:pt x="10229063" y="8835926"/>
                  </a:lnTo>
                  <a:close/>
                </a:path>
                <a:path w="17030700" h="8836025">
                  <a:moveTo>
                    <a:pt x="9628988" y="8835926"/>
                  </a:moveTo>
                  <a:lnTo>
                    <a:pt x="9114686" y="8835926"/>
                  </a:lnTo>
                  <a:lnTo>
                    <a:pt x="9114686" y="8750198"/>
                  </a:lnTo>
                  <a:lnTo>
                    <a:pt x="9628988" y="8750198"/>
                  </a:lnTo>
                  <a:lnTo>
                    <a:pt x="9628988" y="8835926"/>
                  </a:lnTo>
                  <a:close/>
                </a:path>
                <a:path w="17030700" h="8836025">
                  <a:moveTo>
                    <a:pt x="9028961" y="8835926"/>
                  </a:moveTo>
                  <a:lnTo>
                    <a:pt x="8514611" y="8835926"/>
                  </a:lnTo>
                  <a:lnTo>
                    <a:pt x="8514611" y="8750198"/>
                  </a:lnTo>
                  <a:lnTo>
                    <a:pt x="9028961" y="8750198"/>
                  </a:lnTo>
                  <a:lnTo>
                    <a:pt x="9028961" y="8835926"/>
                  </a:lnTo>
                  <a:close/>
                </a:path>
                <a:path w="17030700" h="8836025">
                  <a:moveTo>
                    <a:pt x="8428885" y="8835926"/>
                  </a:moveTo>
                  <a:lnTo>
                    <a:pt x="7914535" y="8835926"/>
                  </a:lnTo>
                  <a:lnTo>
                    <a:pt x="7914535" y="8750198"/>
                  </a:lnTo>
                  <a:lnTo>
                    <a:pt x="8428885" y="8750198"/>
                  </a:lnTo>
                  <a:lnTo>
                    <a:pt x="8428885" y="8835926"/>
                  </a:lnTo>
                  <a:close/>
                </a:path>
                <a:path w="17030700" h="8836025">
                  <a:moveTo>
                    <a:pt x="7828810" y="8835926"/>
                  </a:moveTo>
                  <a:lnTo>
                    <a:pt x="7314460" y="8835926"/>
                  </a:lnTo>
                  <a:lnTo>
                    <a:pt x="7314460" y="8750198"/>
                  </a:lnTo>
                  <a:lnTo>
                    <a:pt x="7828810" y="8750198"/>
                  </a:lnTo>
                  <a:lnTo>
                    <a:pt x="7828810" y="8835926"/>
                  </a:lnTo>
                  <a:close/>
                </a:path>
                <a:path w="17030700" h="8836025">
                  <a:moveTo>
                    <a:pt x="7228735" y="8835926"/>
                  </a:moveTo>
                  <a:lnTo>
                    <a:pt x="6714385" y="8835926"/>
                  </a:lnTo>
                  <a:lnTo>
                    <a:pt x="6714385" y="8750198"/>
                  </a:lnTo>
                  <a:lnTo>
                    <a:pt x="7228735" y="8750198"/>
                  </a:lnTo>
                  <a:lnTo>
                    <a:pt x="7228735" y="8835926"/>
                  </a:lnTo>
                  <a:close/>
                </a:path>
                <a:path w="17030700" h="8836025">
                  <a:moveTo>
                    <a:pt x="6628660" y="8835926"/>
                  </a:moveTo>
                  <a:lnTo>
                    <a:pt x="6114310" y="8835926"/>
                  </a:lnTo>
                  <a:lnTo>
                    <a:pt x="6114310" y="8750198"/>
                  </a:lnTo>
                  <a:lnTo>
                    <a:pt x="6628660" y="8750198"/>
                  </a:lnTo>
                  <a:lnTo>
                    <a:pt x="6628660" y="8835926"/>
                  </a:lnTo>
                  <a:close/>
                </a:path>
                <a:path w="17030700" h="8836025">
                  <a:moveTo>
                    <a:pt x="6028585" y="8835926"/>
                  </a:moveTo>
                  <a:lnTo>
                    <a:pt x="5514235" y="8835926"/>
                  </a:lnTo>
                  <a:lnTo>
                    <a:pt x="5514235" y="8750198"/>
                  </a:lnTo>
                  <a:lnTo>
                    <a:pt x="6028585" y="8750198"/>
                  </a:lnTo>
                  <a:lnTo>
                    <a:pt x="6028585" y="8835926"/>
                  </a:lnTo>
                  <a:close/>
                </a:path>
                <a:path w="17030700" h="8836025">
                  <a:moveTo>
                    <a:pt x="5428510" y="8835926"/>
                  </a:moveTo>
                  <a:lnTo>
                    <a:pt x="4914160" y="8835926"/>
                  </a:lnTo>
                  <a:lnTo>
                    <a:pt x="4914160" y="8750198"/>
                  </a:lnTo>
                  <a:lnTo>
                    <a:pt x="5428510" y="8750198"/>
                  </a:lnTo>
                  <a:lnTo>
                    <a:pt x="5428510" y="8835926"/>
                  </a:lnTo>
                  <a:close/>
                </a:path>
                <a:path w="17030700" h="8836025">
                  <a:moveTo>
                    <a:pt x="4828435" y="8835926"/>
                  </a:moveTo>
                  <a:lnTo>
                    <a:pt x="4314085" y="8835926"/>
                  </a:lnTo>
                  <a:lnTo>
                    <a:pt x="4314085" y="8750198"/>
                  </a:lnTo>
                  <a:lnTo>
                    <a:pt x="4828435" y="8750198"/>
                  </a:lnTo>
                  <a:lnTo>
                    <a:pt x="4828435" y="8835926"/>
                  </a:lnTo>
                  <a:close/>
                </a:path>
                <a:path w="17030700" h="8836025">
                  <a:moveTo>
                    <a:pt x="4228360" y="8835926"/>
                  </a:moveTo>
                  <a:lnTo>
                    <a:pt x="3714010" y="8835926"/>
                  </a:lnTo>
                  <a:lnTo>
                    <a:pt x="3714010" y="8750198"/>
                  </a:lnTo>
                  <a:lnTo>
                    <a:pt x="4228360" y="8750198"/>
                  </a:lnTo>
                  <a:lnTo>
                    <a:pt x="4228360" y="8835926"/>
                  </a:lnTo>
                  <a:close/>
                </a:path>
                <a:path w="17030700" h="8836025">
                  <a:moveTo>
                    <a:pt x="3628285" y="8835926"/>
                  </a:moveTo>
                  <a:lnTo>
                    <a:pt x="3113935" y="8835926"/>
                  </a:lnTo>
                  <a:lnTo>
                    <a:pt x="3113935" y="8750198"/>
                  </a:lnTo>
                  <a:lnTo>
                    <a:pt x="3628285" y="8750198"/>
                  </a:lnTo>
                  <a:lnTo>
                    <a:pt x="3628285" y="8835926"/>
                  </a:lnTo>
                  <a:close/>
                </a:path>
                <a:path w="17030700" h="8836025">
                  <a:moveTo>
                    <a:pt x="3028210" y="8835926"/>
                  </a:moveTo>
                  <a:lnTo>
                    <a:pt x="2513860" y="8835926"/>
                  </a:lnTo>
                  <a:lnTo>
                    <a:pt x="2513860" y="8750198"/>
                  </a:lnTo>
                  <a:lnTo>
                    <a:pt x="3028210" y="8750198"/>
                  </a:lnTo>
                  <a:lnTo>
                    <a:pt x="3028210" y="8835926"/>
                  </a:lnTo>
                  <a:close/>
                </a:path>
                <a:path w="17030700" h="8836025">
                  <a:moveTo>
                    <a:pt x="2428135" y="8835926"/>
                  </a:moveTo>
                  <a:lnTo>
                    <a:pt x="1913785" y="8835926"/>
                  </a:lnTo>
                  <a:lnTo>
                    <a:pt x="1913785" y="8750198"/>
                  </a:lnTo>
                  <a:lnTo>
                    <a:pt x="2428135" y="8750198"/>
                  </a:lnTo>
                  <a:lnTo>
                    <a:pt x="2428135" y="8835926"/>
                  </a:lnTo>
                  <a:close/>
                </a:path>
                <a:path w="17030700" h="8836025">
                  <a:moveTo>
                    <a:pt x="1828060" y="8835926"/>
                  </a:moveTo>
                  <a:lnTo>
                    <a:pt x="1313710" y="8835926"/>
                  </a:lnTo>
                  <a:lnTo>
                    <a:pt x="1313710" y="8750198"/>
                  </a:lnTo>
                  <a:lnTo>
                    <a:pt x="1828060" y="8750198"/>
                  </a:lnTo>
                  <a:lnTo>
                    <a:pt x="1828060" y="8835926"/>
                  </a:lnTo>
                  <a:close/>
                </a:path>
                <a:path w="17030700" h="8836025">
                  <a:moveTo>
                    <a:pt x="1227985" y="8835926"/>
                  </a:moveTo>
                  <a:lnTo>
                    <a:pt x="790632" y="8835926"/>
                  </a:lnTo>
                  <a:lnTo>
                    <a:pt x="742474" y="8834484"/>
                  </a:lnTo>
                  <a:lnTo>
                    <a:pt x="713713" y="8831891"/>
                  </a:lnTo>
                  <a:lnTo>
                    <a:pt x="721923" y="8746903"/>
                  </a:lnTo>
                  <a:lnTo>
                    <a:pt x="739030" y="8748346"/>
                  </a:lnTo>
                  <a:lnTo>
                    <a:pt x="756184" y="8749376"/>
                  </a:lnTo>
                  <a:lnTo>
                    <a:pt x="773385" y="8749993"/>
                  </a:lnTo>
                  <a:lnTo>
                    <a:pt x="790632" y="8750198"/>
                  </a:lnTo>
                  <a:lnTo>
                    <a:pt x="1227985" y="8750198"/>
                  </a:lnTo>
                  <a:lnTo>
                    <a:pt x="1227985" y="8835926"/>
                  </a:lnTo>
                  <a:close/>
                </a:path>
                <a:path w="17030700" h="8836025">
                  <a:moveTo>
                    <a:pt x="629022" y="8819048"/>
                  </a:moveTo>
                  <a:lnTo>
                    <a:pt x="558297" y="8801236"/>
                  </a:lnTo>
                  <a:lnTo>
                    <a:pt x="514780" y="8786468"/>
                  </a:lnTo>
                  <a:lnTo>
                    <a:pt x="472440" y="8769284"/>
                  </a:lnTo>
                  <a:lnTo>
                    <a:pt x="431360" y="8749765"/>
                  </a:lnTo>
                  <a:lnTo>
                    <a:pt x="391621" y="8727994"/>
                  </a:lnTo>
                  <a:lnTo>
                    <a:pt x="353307" y="8704055"/>
                  </a:lnTo>
                  <a:lnTo>
                    <a:pt x="316500" y="8678029"/>
                  </a:lnTo>
                  <a:lnTo>
                    <a:pt x="281284" y="8650000"/>
                  </a:lnTo>
                  <a:lnTo>
                    <a:pt x="247740" y="8620051"/>
                  </a:lnTo>
                  <a:lnTo>
                    <a:pt x="215951" y="8588263"/>
                  </a:lnTo>
                  <a:lnTo>
                    <a:pt x="193151" y="8562727"/>
                  </a:lnTo>
                  <a:lnTo>
                    <a:pt x="257761" y="8506730"/>
                  </a:lnTo>
                  <a:lnTo>
                    <a:pt x="293451" y="8545198"/>
                  </a:lnTo>
                  <a:lnTo>
                    <a:pt x="331014" y="8580403"/>
                  </a:lnTo>
                  <a:lnTo>
                    <a:pt x="370450" y="8612343"/>
                  </a:lnTo>
                  <a:lnTo>
                    <a:pt x="411758" y="8641020"/>
                  </a:lnTo>
                  <a:lnTo>
                    <a:pt x="454940" y="8666432"/>
                  </a:lnTo>
                  <a:lnTo>
                    <a:pt x="499995" y="8688581"/>
                  </a:lnTo>
                  <a:lnTo>
                    <a:pt x="546922" y="8707466"/>
                  </a:lnTo>
                  <a:lnTo>
                    <a:pt x="595723" y="8723087"/>
                  </a:lnTo>
                  <a:lnTo>
                    <a:pt x="646396" y="8735444"/>
                  </a:lnTo>
                  <a:lnTo>
                    <a:pt x="629022" y="8819048"/>
                  </a:lnTo>
                  <a:close/>
                </a:path>
                <a:path w="17030700" h="8836025">
                  <a:moveTo>
                    <a:pt x="140572" y="8494897"/>
                  </a:moveTo>
                  <a:lnTo>
                    <a:pt x="108005" y="8444382"/>
                  </a:lnTo>
                  <a:lnTo>
                    <a:pt x="86234" y="8404644"/>
                  </a:lnTo>
                  <a:lnTo>
                    <a:pt x="66715" y="8363563"/>
                  </a:lnTo>
                  <a:lnTo>
                    <a:pt x="49642" y="8321501"/>
                  </a:lnTo>
                  <a:lnTo>
                    <a:pt x="34843" y="8277947"/>
                  </a:lnTo>
                  <a:lnTo>
                    <a:pt x="22578" y="8233406"/>
                  </a:lnTo>
                  <a:lnTo>
                    <a:pt x="22493" y="8233096"/>
                  </a:lnTo>
                  <a:lnTo>
                    <a:pt x="12892" y="8187877"/>
                  </a:lnTo>
                  <a:lnTo>
                    <a:pt x="12807" y="8187474"/>
                  </a:lnTo>
                  <a:lnTo>
                    <a:pt x="5852" y="8141361"/>
                  </a:lnTo>
                  <a:lnTo>
                    <a:pt x="5786" y="8140923"/>
                  </a:lnTo>
                  <a:lnTo>
                    <a:pt x="1542" y="8093858"/>
                  </a:lnTo>
                  <a:lnTo>
                    <a:pt x="1512" y="8093526"/>
                  </a:lnTo>
                  <a:lnTo>
                    <a:pt x="0" y="8045366"/>
                  </a:lnTo>
                  <a:lnTo>
                    <a:pt x="0" y="8008991"/>
                  </a:lnTo>
                  <a:lnTo>
                    <a:pt x="85795" y="8008991"/>
                  </a:lnTo>
                  <a:lnTo>
                    <a:pt x="85795" y="8045366"/>
                  </a:lnTo>
                  <a:lnTo>
                    <a:pt x="87327" y="8093526"/>
                  </a:lnTo>
                  <a:lnTo>
                    <a:pt x="87338" y="8093858"/>
                  </a:lnTo>
                  <a:lnTo>
                    <a:pt x="91925" y="8140923"/>
                  </a:lnTo>
                  <a:lnTo>
                    <a:pt x="91968" y="8141361"/>
                  </a:lnTo>
                  <a:lnTo>
                    <a:pt x="99618" y="8187474"/>
                  </a:lnTo>
                  <a:lnTo>
                    <a:pt x="110415" y="8233096"/>
                  </a:lnTo>
                  <a:lnTo>
                    <a:pt x="124304" y="8277707"/>
                  </a:lnTo>
                  <a:lnTo>
                    <a:pt x="124379" y="8277947"/>
                  </a:lnTo>
                  <a:lnTo>
                    <a:pt x="141247" y="8321223"/>
                  </a:lnTo>
                  <a:lnTo>
                    <a:pt x="141356" y="8321501"/>
                  </a:lnTo>
                  <a:lnTo>
                    <a:pt x="161419" y="8364067"/>
                  </a:lnTo>
                  <a:lnTo>
                    <a:pt x="184569" y="8405646"/>
                  </a:lnTo>
                  <a:lnTo>
                    <a:pt x="210806" y="8446237"/>
                  </a:lnTo>
                  <a:lnTo>
                    <a:pt x="140572" y="8494897"/>
                  </a:lnTo>
                  <a:close/>
                </a:path>
                <a:path w="17030700" h="8836025">
                  <a:moveTo>
                    <a:pt x="85795" y="7923266"/>
                  </a:moveTo>
                  <a:lnTo>
                    <a:pt x="0" y="7923266"/>
                  </a:lnTo>
                  <a:lnTo>
                    <a:pt x="0" y="7408916"/>
                  </a:lnTo>
                  <a:lnTo>
                    <a:pt x="85795" y="7408916"/>
                  </a:lnTo>
                  <a:lnTo>
                    <a:pt x="85795" y="7923266"/>
                  </a:lnTo>
                  <a:close/>
                </a:path>
                <a:path w="17030700" h="8836025">
                  <a:moveTo>
                    <a:pt x="85795" y="7323191"/>
                  </a:moveTo>
                  <a:lnTo>
                    <a:pt x="0" y="7323191"/>
                  </a:lnTo>
                  <a:lnTo>
                    <a:pt x="0" y="6808841"/>
                  </a:lnTo>
                  <a:lnTo>
                    <a:pt x="85795" y="6808841"/>
                  </a:lnTo>
                  <a:lnTo>
                    <a:pt x="85795" y="7323191"/>
                  </a:lnTo>
                  <a:close/>
                </a:path>
                <a:path w="17030700" h="8836025">
                  <a:moveTo>
                    <a:pt x="85795" y="6723116"/>
                  </a:moveTo>
                  <a:lnTo>
                    <a:pt x="0" y="6723116"/>
                  </a:lnTo>
                  <a:lnTo>
                    <a:pt x="0" y="6208766"/>
                  </a:lnTo>
                  <a:lnTo>
                    <a:pt x="85795" y="6208766"/>
                  </a:lnTo>
                  <a:lnTo>
                    <a:pt x="85795" y="6723116"/>
                  </a:lnTo>
                  <a:close/>
                </a:path>
                <a:path w="17030700" h="8836025">
                  <a:moveTo>
                    <a:pt x="85795" y="6123041"/>
                  </a:moveTo>
                  <a:lnTo>
                    <a:pt x="0" y="6123041"/>
                  </a:lnTo>
                  <a:lnTo>
                    <a:pt x="0" y="5608691"/>
                  </a:lnTo>
                  <a:lnTo>
                    <a:pt x="85795" y="5608691"/>
                  </a:lnTo>
                  <a:lnTo>
                    <a:pt x="85795" y="6123041"/>
                  </a:lnTo>
                  <a:close/>
                </a:path>
                <a:path w="17030700" h="8836025">
                  <a:moveTo>
                    <a:pt x="85795" y="5522966"/>
                  </a:moveTo>
                  <a:lnTo>
                    <a:pt x="0" y="5522966"/>
                  </a:lnTo>
                  <a:lnTo>
                    <a:pt x="0" y="5008616"/>
                  </a:lnTo>
                  <a:lnTo>
                    <a:pt x="85795" y="5008616"/>
                  </a:lnTo>
                  <a:lnTo>
                    <a:pt x="85795" y="5522966"/>
                  </a:lnTo>
                  <a:close/>
                </a:path>
                <a:path w="17030700" h="8836025">
                  <a:moveTo>
                    <a:pt x="85795" y="4922891"/>
                  </a:moveTo>
                  <a:lnTo>
                    <a:pt x="0" y="4922891"/>
                  </a:lnTo>
                  <a:lnTo>
                    <a:pt x="0" y="4408541"/>
                  </a:lnTo>
                  <a:lnTo>
                    <a:pt x="85795" y="4408541"/>
                  </a:lnTo>
                  <a:lnTo>
                    <a:pt x="85795" y="4922891"/>
                  </a:lnTo>
                  <a:close/>
                </a:path>
                <a:path w="17030700" h="8836025">
                  <a:moveTo>
                    <a:pt x="85795" y="4322816"/>
                  </a:moveTo>
                  <a:lnTo>
                    <a:pt x="0" y="4322816"/>
                  </a:lnTo>
                  <a:lnTo>
                    <a:pt x="0" y="3808466"/>
                  </a:lnTo>
                  <a:lnTo>
                    <a:pt x="85795" y="3808466"/>
                  </a:lnTo>
                  <a:lnTo>
                    <a:pt x="85795" y="4322816"/>
                  </a:lnTo>
                  <a:close/>
                </a:path>
                <a:path w="17030700" h="8836025">
                  <a:moveTo>
                    <a:pt x="85795" y="3722741"/>
                  </a:moveTo>
                  <a:lnTo>
                    <a:pt x="0" y="3722741"/>
                  </a:lnTo>
                  <a:lnTo>
                    <a:pt x="0" y="3208391"/>
                  </a:lnTo>
                  <a:lnTo>
                    <a:pt x="85795" y="3208391"/>
                  </a:lnTo>
                  <a:lnTo>
                    <a:pt x="85795" y="3722741"/>
                  </a:lnTo>
                  <a:close/>
                </a:path>
                <a:path w="17030700" h="8836025">
                  <a:moveTo>
                    <a:pt x="85795" y="3122666"/>
                  </a:moveTo>
                  <a:lnTo>
                    <a:pt x="0" y="3122666"/>
                  </a:lnTo>
                  <a:lnTo>
                    <a:pt x="0" y="2608316"/>
                  </a:lnTo>
                  <a:lnTo>
                    <a:pt x="85795" y="2608316"/>
                  </a:lnTo>
                  <a:lnTo>
                    <a:pt x="85795" y="3122666"/>
                  </a:lnTo>
                  <a:close/>
                </a:path>
                <a:path w="17030700" h="8836025">
                  <a:moveTo>
                    <a:pt x="85795" y="2522591"/>
                  </a:moveTo>
                  <a:lnTo>
                    <a:pt x="0" y="2522591"/>
                  </a:lnTo>
                  <a:lnTo>
                    <a:pt x="0" y="2008241"/>
                  </a:lnTo>
                  <a:lnTo>
                    <a:pt x="85795" y="2008241"/>
                  </a:lnTo>
                  <a:lnTo>
                    <a:pt x="85795" y="2522591"/>
                  </a:lnTo>
                  <a:close/>
                </a:path>
                <a:path w="17030700" h="8836025">
                  <a:moveTo>
                    <a:pt x="85795" y="1922516"/>
                  </a:moveTo>
                  <a:lnTo>
                    <a:pt x="0" y="1922516"/>
                  </a:lnTo>
                  <a:lnTo>
                    <a:pt x="0" y="1408166"/>
                  </a:lnTo>
                  <a:lnTo>
                    <a:pt x="85795" y="1408166"/>
                  </a:lnTo>
                  <a:lnTo>
                    <a:pt x="85795" y="1922516"/>
                  </a:lnTo>
                  <a:close/>
                </a:path>
                <a:path w="17030700" h="8836025">
                  <a:moveTo>
                    <a:pt x="85795" y="1322441"/>
                  </a:moveTo>
                  <a:lnTo>
                    <a:pt x="0" y="1322441"/>
                  </a:lnTo>
                  <a:lnTo>
                    <a:pt x="0" y="808091"/>
                  </a:lnTo>
                  <a:lnTo>
                    <a:pt x="85795" y="808091"/>
                  </a:lnTo>
                  <a:lnTo>
                    <a:pt x="85795" y="1322441"/>
                  </a:lnTo>
                  <a:close/>
                </a:path>
                <a:path w="17030700" h="8836025">
                  <a:moveTo>
                    <a:pt x="323351" y="262872"/>
                  </a:moveTo>
                  <a:lnTo>
                    <a:pt x="266700" y="198951"/>
                  </a:lnTo>
                  <a:lnTo>
                    <a:pt x="281284" y="185930"/>
                  </a:lnTo>
                  <a:lnTo>
                    <a:pt x="316500" y="157900"/>
                  </a:lnTo>
                  <a:lnTo>
                    <a:pt x="353307" y="131874"/>
                  </a:lnTo>
                  <a:lnTo>
                    <a:pt x="391621" y="107934"/>
                  </a:lnTo>
                  <a:lnTo>
                    <a:pt x="431360" y="86163"/>
                  </a:lnTo>
                  <a:lnTo>
                    <a:pt x="472440" y="66644"/>
                  </a:lnTo>
                  <a:lnTo>
                    <a:pt x="514780" y="49459"/>
                  </a:lnTo>
                  <a:lnTo>
                    <a:pt x="558297" y="34691"/>
                  </a:lnTo>
                  <a:lnTo>
                    <a:pt x="602907" y="22423"/>
                  </a:lnTo>
                  <a:lnTo>
                    <a:pt x="648528" y="12736"/>
                  </a:lnTo>
                  <a:lnTo>
                    <a:pt x="695078" y="5716"/>
                  </a:lnTo>
                  <a:lnTo>
                    <a:pt x="732347" y="2355"/>
                  </a:lnTo>
                  <a:lnTo>
                    <a:pt x="738456" y="86163"/>
                  </a:lnTo>
                  <a:lnTo>
                    <a:pt x="738562" y="87615"/>
                  </a:lnTo>
                  <a:lnTo>
                    <a:pt x="686631" y="93190"/>
                  </a:lnTo>
                  <a:lnTo>
                    <a:pt x="636149" y="102240"/>
                  </a:lnTo>
                  <a:lnTo>
                    <a:pt x="587116" y="114765"/>
                  </a:lnTo>
                  <a:lnTo>
                    <a:pt x="539532" y="130763"/>
                  </a:lnTo>
                  <a:lnTo>
                    <a:pt x="493398" y="150236"/>
                  </a:lnTo>
                  <a:lnTo>
                    <a:pt x="448712" y="173184"/>
                  </a:lnTo>
                  <a:lnTo>
                    <a:pt x="405476" y="199605"/>
                  </a:lnTo>
                  <a:lnTo>
                    <a:pt x="363689" y="229502"/>
                  </a:lnTo>
                  <a:lnTo>
                    <a:pt x="323351" y="262872"/>
                  </a:lnTo>
                  <a:close/>
                </a:path>
                <a:path w="17030700" h="8836025">
                  <a:moveTo>
                    <a:pt x="88388" y="729614"/>
                  </a:moveTo>
                  <a:lnTo>
                    <a:pt x="3321" y="722339"/>
                  </a:lnTo>
                  <a:lnTo>
                    <a:pt x="5786" y="695007"/>
                  </a:lnTo>
                  <a:lnTo>
                    <a:pt x="12807" y="648457"/>
                  </a:lnTo>
                  <a:lnTo>
                    <a:pt x="22493" y="602836"/>
                  </a:lnTo>
                  <a:lnTo>
                    <a:pt x="34761" y="558225"/>
                  </a:lnTo>
                  <a:lnTo>
                    <a:pt x="49529" y="514709"/>
                  </a:lnTo>
                  <a:lnTo>
                    <a:pt x="66715" y="472369"/>
                  </a:lnTo>
                  <a:lnTo>
                    <a:pt x="86234" y="431288"/>
                  </a:lnTo>
                  <a:lnTo>
                    <a:pt x="108005" y="391550"/>
                  </a:lnTo>
                  <a:lnTo>
                    <a:pt x="131945" y="353236"/>
                  </a:lnTo>
                  <a:lnTo>
                    <a:pt x="157971" y="316429"/>
                  </a:lnTo>
                  <a:lnTo>
                    <a:pt x="186001" y="281212"/>
                  </a:lnTo>
                  <a:lnTo>
                    <a:pt x="205707" y="259142"/>
                  </a:lnTo>
                  <a:lnTo>
                    <a:pt x="268927" y="316613"/>
                  </a:lnTo>
                  <a:lnTo>
                    <a:pt x="235034" y="356544"/>
                  </a:lnTo>
                  <a:lnTo>
                    <a:pt x="204599" y="397964"/>
                  </a:lnTo>
                  <a:lnTo>
                    <a:pt x="177622" y="440874"/>
                  </a:lnTo>
                  <a:lnTo>
                    <a:pt x="154104" y="485273"/>
                  </a:lnTo>
                  <a:lnTo>
                    <a:pt x="134044" y="531162"/>
                  </a:lnTo>
                  <a:lnTo>
                    <a:pt x="117443" y="578541"/>
                  </a:lnTo>
                  <a:lnTo>
                    <a:pt x="104300" y="627409"/>
                  </a:lnTo>
                  <a:lnTo>
                    <a:pt x="94615" y="677766"/>
                  </a:lnTo>
                  <a:lnTo>
                    <a:pt x="88388" y="729614"/>
                  </a:lnTo>
                  <a:close/>
                </a:path>
                <a:path w="17030700" h="8836025">
                  <a:moveTo>
                    <a:pt x="1304985" y="85725"/>
                  </a:moveTo>
                  <a:lnTo>
                    <a:pt x="790632" y="85725"/>
                  </a:lnTo>
                  <a:lnTo>
                    <a:pt x="790632" y="0"/>
                  </a:lnTo>
                  <a:lnTo>
                    <a:pt x="1304985" y="0"/>
                  </a:lnTo>
                  <a:lnTo>
                    <a:pt x="1304985" y="85725"/>
                  </a:lnTo>
                  <a:close/>
                </a:path>
              </a:pathLst>
            </a:custGeom>
            <a:solidFill>
              <a:srgbClr val="59402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1328" y="3020612"/>
              <a:ext cx="9178838" cy="571251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1160" y="7307766"/>
              <a:ext cx="4195445" cy="2979420"/>
            </a:xfrm>
            <a:custGeom>
              <a:avLst/>
              <a:gdLst/>
              <a:ahLst/>
              <a:cxnLst/>
              <a:rect l="l" t="t" r="r" b="b"/>
              <a:pathLst>
                <a:path w="4195445" h="2979420">
                  <a:moveTo>
                    <a:pt x="1555738" y="2979233"/>
                  </a:moveTo>
                  <a:lnTo>
                    <a:pt x="26848" y="1255663"/>
                  </a:lnTo>
                  <a:lnTo>
                    <a:pt x="9751" y="1226638"/>
                  </a:lnTo>
                  <a:lnTo>
                    <a:pt x="0" y="1195462"/>
                  </a:lnTo>
                  <a:lnTo>
                    <a:pt x="4752" y="1165090"/>
                  </a:lnTo>
                  <a:lnTo>
                    <a:pt x="24677" y="1139313"/>
                  </a:lnTo>
                  <a:lnTo>
                    <a:pt x="52486" y="1118672"/>
                  </a:lnTo>
                  <a:lnTo>
                    <a:pt x="80894" y="1103705"/>
                  </a:lnTo>
                  <a:lnTo>
                    <a:pt x="652776" y="831011"/>
                  </a:lnTo>
                  <a:lnTo>
                    <a:pt x="671747" y="816504"/>
                  </a:lnTo>
                  <a:lnTo>
                    <a:pt x="689284" y="797099"/>
                  </a:lnTo>
                  <a:lnTo>
                    <a:pt x="704550" y="773573"/>
                  </a:lnTo>
                  <a:lnTo>
                    <a:pt x="708077" y="739926"/>
                  </a:lnTo>
                  <a:lnTo>
                    <a:pt x="702469" y="665705"/>
                  </a:lnTo>
                  <a:lnTo>
                    <a:pt x="701337" y="627041"/>
                  </a:lnTo>
                  <a:lnTo>
                    <a:pt x="709488" y="588793"/>
                  </a:lnTo>
                  <a:lnTo>
                    <a:pt x="749992" y="533186"/>
                  </a:lnTo>
                  <a:lnTo>
                    <a:pt x="813263" y="497552"/>
                  </a:lnTo>
                  <a:lnTo>
                    <a:pt x="962493" y="448363"/>
                  </a:lnTo>
                  <a:lnTo>
                    <a:pt x="996213" y="433768"/>
                  </a:lnTo>
                  <a:lnTo>
                    <a:pt x="1025648" y="415889"/>
                  </a:lnTo>
                  <a:lnTo>
                    <a:pt x="1049371" y="393543"/>
                  </a:lnTo>
                  <a:lnTo>
                    <a:pt x="1065958" y="365548"/>
                  </a:lnTo>
                  <a:lnTo>
                    <a:pt x="1073983" y="330722"/>
                  </a:lnTo>
                  <a:lnTo>
                    <a:pt x="1072717" y="266485"/>
                  </a:lnTo>
                  <a:lnTo>
                    <a:pt x="1077153" y="244714"/>
                  </a:lnTo>
                  <a:lnTo>
                    <a:pt x="1098330" y="214139"/>
                  </a:lnTo>
                  <a:lnTo>
                    <a:pt x="1129545" y="196046"/>
                  </a:lnTo>
                  <a:lnTo>
                    <a:pt x="1165300" y="186194"/>
                  </a:lnTo>
                  <a:lnTo>
                    <a:pt x="1200100" y="180344"/>
                  </a:lnTo>
                  <a:lnTo>
                    <a:pt x="1254380" y="165917"/>
                  </a:lnTo>
                  <a:lnTo>
                    <a:pt x="1304129" y="144624"/>
                  </a:lnTo>
                  <a:lnTo>
                    <a:pt x="1348850" y="116925"/>
                  </a:lnTo>
                  <a:lnTo>
                    <a:pt x="1388049" y="83282"/>
                  </a:lnTo>
                  <a:lnTo>
                    <a:pt x="1421230" y="44153"/>
                  </a:lnTo>
                  <a:lnTo>
                    <a:pt x="1447897" y="0"/>
                  </a:lnTo>
                  <a:lnTo>
                    <a:pt x="1475110" y="39355"/>
                  </a:lnTo>
                  <a:lnTo>
                    <a:pt x="1506445" y="76440"/>
                  </a:lnTo>
                  <a:lnTo>
                    <a:pt x="1539570" y="108747"/>
                  </a:lnTo>
                  <a:lnTo>
                    <a:pt x="1572156" y="133767"/>
                  </a:lnTo>
                  <a:lnTo>
                    <a:pt x="1764519" y="369863"/>
                  </a:lnTo>
                  <a:lnTo>
                    <a:pt x="2527469" y="1251160"/>
                  </a:lnTo>
                  <a:lnTo>
                    <a:pt x="4195290" y="2979233"/>
                  </a:lnTo>
                  <a:lnTo>
                    <a:pt x="1555738" y="2979233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1166" y="8453524"/>
              <a:ext cx="328295" cy="454025"/>
            </a:xfrm>
            <a:custGeom>
              <a:avLst/>
              <a:gdLst/>
              <a:ahLst/>
              <a:cxnLst/>
              <a:rect l="l" t="t" r="r" b="b"/>
              <a:pathLst>
                <a:path w="328295" h="454025">
                  <a:moveTo>
                    <a:pt x="10913" y="92516"/>
                  </a:moveTo>
                  <a:lnTo>
                    <a:pt x="9751" y="90790"/>
                  </a:lnTo>
                  <a:lnTo>
                    <a:pt x="0" y="52690"/>
                  </a:lnTo>
                  <a:lnTo>
                    <a:pt x="4290" y="29761"/>
                  </a:lnTo>
                  <a:lnTo>
                    <a:pt x="53500" y="0"/>
                  </a:lnTo>
                  <a:lnTo>
                    <a:pt x="177483" y="205006"/>
                  </a:lnTo>
                  <a:lnTo>
                    <a:pt x="50965" y="68806"/>
                  </a:lnTo>
                  <a:lnTo>
                    <a:pt x="11198" y="92348"/>
                  </a:lnTo>
                  <a:lnTo>
                    <a:pt x="10913" y="92516"/>
                  </a:lnTo>
                  <a:close/>
                </a:path>
                <a:path w="328295" h="454025">
                  <a:moveTo>
                    <a:pt x="327937" y="453784"/>
                  </a:moveTo>
                  <a:lnTo>
                    <a:pt x="180702" y="287964"/>
                  </a:lnTo>
                  <a:lnTo>
                    <a:pt x="50965" y="68806"/>
                  </a:lnTo>
                  <a:lnTo>
                    <a:pt x="177483" y="205006"/>
                  </a:lnTo>
                  <a:lnTo>
                    <a:pt x="327937" y="453784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38" y="8437474"/>
              <a:ext cx="84931" cy="11266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37579" y="10214770"/>
              <a:ext cx="163114" cy="7222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4190" y="1251000"/>
              <a:ext cx="4769485" cy="9036050"/>
            </a:xfrm>
            <a:custGeom>
              <a:avLst/>
              <a:gdLst/>
              <a:ahLst/>
              <a:cxnLst/>
              <a:rect l="l" t="t" r="r" b="b"/>
              <a:pathLst>
                <a:path w="4769485" h="9036050">
                  <a:moveTo>
                    <a:pt x="2592755" y="287337"/>
                  </a:moveTo>
                  <a:lnTo>
                    <a:pt x="2393353" y="292442"/>
                  </a:lnTo>
                  <a:lnTo>
                    <a:pt x="2348534" y="284695"/>
                  </a:lnTo>
                  <a:lnTo>
                    <a:pt x="2306993" y="269252"/>
                  </a:lnTo>
                  <a:lnTo>
                    <a:pt x="2266950" y="247408"/>
                  </a:lnTo>
                  <a:lnTo>
                    <a:pt x="2231999" y="219075"/>
                  </a:lnTo>
                  <a:lnTo>
                    <a:pt x="2205672" y="182918"/>
                  </a:lnTo>
                  <a:lnTo>
                    <a:pt x="2191588" y="140081"/>
                  </a:lnTo>
                  <a:lnTo>
                    <a:pt x="2191220" y="137553"/>
                  </a:lnTo>
                  <a:lnTo>
                    <a:pt x="2190267" y="133756"/>
                  </a:lnTo>
                  <a:lnTo>
                    <a:pt x="2187384" y="128752"/>
                  </a:lnTo>
                  <a:lnTo>
                    <a:pt x="2185543" y="127533"/>
                  </a:lnTo>
                  <a:lnTo>
                    <a:pt x="2180971" y="123837"/>
                  </a:lnTo>
                  <a:lnTo>
                    <a:pt x="2178443" y="122631"/>
                  </a:lnTo>
                  <a:lnTo>
                    <a:pt x="2172919" y="121500"/>
                  </a:lnTo>
                  <a:lnTo>
                    <a:pt x="2164499" y="121716"/>
                  </a:lnTo>
                  <a:lnTo>
                    <a:pt x="2161895" y="123050"/>
                  </a:lnTo>
                  <a:lnTo>
                    <a:pt x="2157018" y="125717"/>
                  </a:lnTo>
                  <a:lnTo>
                    <a:pt x="2154974" y="128308"/>
                  </a:lnTo>
                  <a:lnTo>
                    <a:pt x="2151557" y="132207"/>
                  </a:lnTo>
                  <a:lnTo>
                    <a:pt x="2150364" y="134785"/>
                  </a:lnTo>
                  <a:lnTo>
                    <a:pt x="2148967" y="139903"/>
                  </a:lnTo>
                  <a:lnTo>
                    <a:pt x="2148929" y="141173"/>
                  </a:lnTo>
                  <a:lnTo>
                    <a:pt x="2148852" y="143713"/>
                  </a:lnTo>
                  <a:lnTo>
                    <a:pt x="2162441" y="191643"/>
                  </a:lnTo>
                  <a:lnTo>
                    <a:pt x="2186152" y="230416"/>
                  </a:lnTo>
                  <a:lnTo>
                    <a:pt x="2217940" y="263906"/>
                  </a:lnTo>
                  <a:lnTo>
                    <a:pt x="2255329" y="290893"/>
                  </a:lnTo>
                  <a:lnTo>
                    <a:pt x="2295855" y="311454"/>
                  </a:lnTo>
                  <a:lnTo>
                    <a:pt x="2337041" y="325640"/>
                  </a:lnTo>
                  <a:lnTo>
                    <a:pt x="2387600" y="334518"/>
                  </a:lnTo>
                  <a:lnTo>
                    <a:pt x="2436241" y="334543"/>
                  </a:lnTo>
                  <a:lnTo>
                    <a:pt x="2481770" y="328295"/>
                  </a:lnTo>
                  <a:lnTo>
                    <a:pt x="2522931" y="317068"/>
                  </a:lnTo>
                  <a:lnTo>
                    <a:pt x="2558516" y="303453"/>
                  </a:lnTo>
                  <a:lnTo>
                    <a:pt x="2592755" y="287337"/>
                  </a:lnTo>
                  <a:close/>
                </a:path>
                <a:path w="4769485" h="9036050">
                  <a:moveTo>
                    <a:pt x="3955097" y="9035999"/>
                  </a:moveTo>
                  <a:lnTo>
                    <a:pt x="3785133" y="8754961"/>
                  </a:lnTo>
                  <a:lnTo>
                    <a:pt x="3693249" y="8603069"/>
                  </a:lnTo>
                  <a:lnTo>
                    <a:pt x="3693642" y="8602828"/>
                  </a:lnTo>
                  <a:lnTo>
                    <a:pt x="3692588" y="8601100"/>
                  </a:lnTo>
                  <a:lnTo>
                    <a:pt x="3734943" y="8575497"/>
                  </a:lnTo>
                  <a:lnTo>
                    <a:pt x="3730155" y="8570404"/>
                  </a:lnTo>
                  <a:lnTo>
                    <a:pt x="3717086" y="8556422"/>
                  </a:lnTo>
                  <a:lnTo>
                    <a:pt x="3705199" y="8543709"/>
                  </a:lnTo>
                  <a:lnTo>
                    <a:pt x="3693325" y="8531022"/>
                  </a:lnTo>
                  <a:lnTo>
                    <a:pt x="3661753" y="8550110"/>
                  </a:lnTo>
                  <a:lnTo>
                    <a:pt x="3585908" y="8424672"/>
                  </a:lnTo>
                  <a:lnTo>
                    <a:pt x="3546195" y="8385518"/>
                  </a:lnTo>
                  <a:lnTo>
                    <a:pt x="3526967" y="8364918"/>
                  </a:lnTo>
                  <a:lnTo>
                    <a:pt x="3451339" y="8283880"/>
                  </a:lnTo>
                  <a:lnTo>
                    <a:pt x="3425190" y="8255838"/>
                  </a:lnTo>
                  <a:lnTo>
                    <a:pt x="3618623" y="8575688"/>
                  </a:lnTo>
                  <a:lnTo>
                    <a:pt x="3150476" y="8858796"/>
                  </a:lnTo>
                  <a:lnTo>
                    <a:pt x="3150247" y="8858402"/>
                  </a:lnTo>
                  <a:lnTo>
                    <a:pt x="3148507" y="8859456"/>
                  </a:lnTo>
                  <a:lnTo>
                    <a:pt x="2957499" y="8543595"/>
                  </a:lnTo>
                  <a:lnTo>
                    <a:pt x="2865628" y="8391703"/>
                  </a:lnTo>
                  <a:lnTo>
                    <a:pt x="2866021" y="8391461"/>
                  </a:lnTo>
                  <a:lnTo>
                    <a:pt x="2865437" y="8390509"/>
                  </a:lnTo>
                  <a:lnTo>
                    <a:pt x="3302317" y="8136928"/>
                  </a:lnTo>
                  <a:lnTo>
                    <a:pt x="3293580" y="8127543"/>
                  </a:lnTo>
                  <a:lnTo>
                    <a:pt x="3262312" y="8093723"/>
                  </a:lnTo>
                  <a:lnTo>
                    <a:pt x="2840304" y="8348942"/>
                  </a:lnTo>
                  <a:lnTo>
                    <a:pt x="2791193" y="8267738"/>
                  </a:lnTo>
                  <a:lnTo>
                    <a:pt x="2791193" y="8364194"/>
                  </a:lnTo>
                  <a:lnTo>
                    <a:pt x="2323236" y="8647201"/>
                  </a:lnTo>
                  <a:lnTo>
                    <a:pt x="2269896" y="8559000"/>
                  </a:lnTo>
                  <a:lnTo>
                    <a:pt x="2269896" y="8678926"/>
                  </a:lnTo>
                  <a:lnTo>
                    <a:pt x="1810219" y="8956929"/>
                  </a:lnTo>
                  <a:lnTo>
                    <a:pt x="1649971" y="8691943"/>
                  </a:lnTo>
                  <a:lnTo>
                    <a:pt x="1527327" y="8489188"/>
                  </a:lnTo>
                  <a:lnTo>
                    <a:pt x="1987003" y="8211185"/>
                  </a:lnTo>
                  <a:lnTo>
                    <a:pt x="2269896" y="8678926"/>
                  </a:lnTo>
                  <a:lnTo>
                    <a:pt x="2269896" y="8559000"/>
                  </a:lnTo>
                  <a:lnTo>
                    <a:pt x="2138159" y="8341157"/>
                  </a:lnTo>
                  <a:lnTo>
                    <a:pt x="2045233" y="8187525"/>
                  </a:lnTo>
                  <a:lnTo>
                    <a:pt x="2513393" y="7904416"/>
                  </a:lnTo>
                  <a:lnTo>
                    <a:pt x="2513622" y="7904785"/>
                  </a:lnTo>
                  <a:lnTo>
                    <a:pt x="2515171" y="7903845"/>
                  </a:lnTo>
                  <a:lnTo>
                    <a:pt x="2791193" y="8364194"/>
                  </a:lnTo>
                  <a:lnTo>
                    <a:pt x="2791193" y="8267738"/>
                  </a:lnTo>
                  <a:lnTo>
                    <a:pt x="2649055" y="8032699"/>
                  </a:lnTo>
                  <a:lnTo>
                    <a:pt x="2556129" y="7879080"/>
                  </a:lnTo>
                  <a:lnTo>
                    <a:pt x="2872905" y="7687500"/>
                  </a:lnTo>
                  <a:lnTo>
                    <a:pt x="2870263" y="7684643"/>
                  </a:lnTo>
                  <a:lnTo>
                    <a:pt x="2843733" y="7655877"/>
                  </a:lnTo>
                  <a:lnTo>
                    <a:pt x="2838196" y="7649883"/>
                  </a:lnTo>
                  <a:lnTo>
                    <a:pt x="2838056" y="7649972"/>
                  </a:lnTo>
                  <a:lnTo>
                    <a:pt x="2540762" y="7829766"/>
                  </a:lnTo>
                  <a:lnTo>
                    <a:pt x="2482545" y="7733500"/>
                  </a:lnTo>
                  <a:lnTo>
                    <a:pt x="2482545" y="7853413"/>
                  </a:lnTo>
                  <a:lnTo>
                    <a:pt x="2014410" y="8136534"/>
                  </a:lnTo>
                  <a:lnTo>
                    <a:pt x="2014181" y="8136153"/>
                  </a:lnTo>
                  <a:lnTo>
                    <a:pt x="2012442" y="8137207"/>
                  </a:lnTo>
                  <a:lnTo>
                    <a:pt x="1971649" y="8069758"/>
                  </a:lnTo>
                  <a:lnTo>
                    <a:pt x="1971649" y="8161883"/>
                  </a:lnTo>
                  <a:lnTo>
                    <a:pt x="1501775" y="8446033"/>
                  </a:lnTo>
                  <a:lnTo>
                    <a:pt x="1310525" y="8129791"/>
                  </a:lnTo>
                  <a:lnTo>
                    <a:pt x="1218653" y="7977899"/>
                  </a:lnTo>
                  <a:lnTo>
                    <a:pt x="1219047" y="7977657"/>
                  </a:lnTo>
                  <a:lnTo>
                    <a:pt x="1217993" y="7975930"/>
                  </a:lnTo>
                  <a:lnTo>
                    <a:pt x="1685747" y="7693050"/>
                  </a:lnTo>
                  <a:lnTo>
                    <a:pt x="1685988" y="7693431"/>
                  </a:lnTo>
                  <a:lnTo>
                    <a:pt x="1687703" y="7692403"/>
                  </a:lnTo>
                  <a:lnTo>
                    <a:pt x="1971649" y="8161883"/>
                  </a:lnTo>
                  <a:lnTo>
                    <a:pt x="1971649" y="8069758"/>
                  </a:lnTo>
                  <a:lnTo>
                    <a:pt x="1821421" y="7821346"/>
                  </a:lnTo>
                  <a:lnTo>
                    <a:pt x="1728495" y="7667726"/>
                  </a:lnTo>
                  <a:lnTo>
                    <a:pt x="2198382" y="7383551"/>
                  </a:lnTo>
                  <a:lnTo>
                    <a:pt x="2482545" y="7853413"/>
                  </a:lnTo>
                  <a:lnTo>
                    <a:pt x="2482545" y="7733500"/>
                  </a:lnTo>
                  <a:lnTo>
                    <a:pt x="2380513" y="7564780"/>
                  </a:lnTo>
                  <a:lnTo>
                    <a:pt x="2257869" y="7362012"/>
                  </a:lnTo>
                  <a:lnTo>
                    <a:pt x="2456040" y="7242175"/>
                  </a:lnTo>
                  <a:lnTo>
                    <a:pt x="2442768" y="7227405"/>
                  </a:lnTo>
                  <a:lnTo>
                    <a:pt x="2426627" y="7209320"/>
                  </a:lnTo>
                  <a:lnTo>
                    <a:pt x="2424722" y="7207186"/>
                  </a:lnTo>
                  <a:lnTo>
                    <a:pt x="2413939" y="7195109"/>
                  </a:lnTo>
                  <a:lnTo>
                    <a:pt x="2413660" y="7195274"/>
                  </a:lnTo>
                  <a:lnTo>
                    <a:pt x="2413203" y="7195553"/>
                  </a:lnTo>
                  <a:lnTo>
                    <a:pt x="2225764" y="7308913"/>
                  </a:lnTo>
                  <a:lnTo>
                    <a:pt x="2225535" y="7308520"/>
                  </a:lnTo>
                  <a:lnTo>
                    <a:pt x="2223795" y="7309574"/>
                  </a:lnTo>
                  <a:lnTo>
                    <a:pt x="2172817" y="7225284"/>
                  </a:lnTo>
                  <a:lnTo>
                    <a:pt x="2172817" y="7340422"/>
                  </a:lnTo>
                  <a:lnTo>
                    <a:pt x="1713141" y="7618412"/>
                  </a:lnTo>
                  <a:lnTo>
                    <a:pt x="1654911" y="7522121"/>
                  </a:lnTo>
                  <a:lnTo>
                    <a:pt x="1654911" y="7642072"/>
                  </a:lnTo>
                  <a:lnTo>
                    <a:pt x="1187157" y="7924940"/>
                  </a:lnTo>
                  <a:lnTo>
                    <a:pt x="1002080" y="7618895"/>
                  </a:lnTo>
                  <a:lnTo>
                    <a:pt x="909154" y="7465276"/>
                  </a:lnTo>
                  <a:lnTo>
                    <a:pt x="1376921" y="7182396"/>
                  </a:lnTo>
                  <a:lnTo>
                    <a:pt x="1654911" y="7642072"/>
                  </a:lnTo>
                  <a:lnTo>
                    <a:pt x="1654911" y="7522121"/>
                  </a:lnTo>
                  <a:lnTo>
                    <a:pt x="1552892" y="7353414"/>
                  </a:lnTo>
                  <a:lnTo>
                    <a:pt x="1430248" y="7150659"/>
                  </a:lnTo>
                  <a:lnTo>
                    <a:pt x="1888197" y="6873710"/>
                  </a:lnTo>
                  <a:lnTo>
                    <a:pt x="1888426" y="6874078"/>
                  </a:lnTo>
                  <a:lnTo>
                    <a:pt x="1890153" y="6873037"/>
                  </a:lnTo>
                  <a:lnTo>
                    <a:pt x="2172817" y="7340422"/>
                  </a:lnTo>
                  <a:lnTo>
                    <a:pt x="2172817" y="7225284"/>
                  </a:lnTo>
                  <a:lnTo>
                    <a:pt x="2032787" y="6993712"/>
                  </a:lnTo>
                  <a:lnTo>
                    <a:pt x="1941144" y="6842214"/>
                  </a:lnTo>
                  <a:lnTo>
                    <a:pt x="2048090" y="6777533"/>
                  </a:lnTo>
                  <a:lnTo>
                    <a:pt x="2042363" y="6770941"/>
                  </a:lnTo>
                  <a:lnTo>
                    <a:pt x="2041779" y="6770281"/>
                  </a:lnTo>
                  <a:lnTo>
                    <a:pt x="2014778" y="6739077"/>
                  </a:lnTo>
                  <a:lnTo>
                    <a:pt x="2014397" y="6739293"/>
                  </a:lnTo>
                  <a:lnTo>
                    <a:pt x="1915579" y="6799059"/>
                  </a:lnTo>
                  <a:lnTo>
                    <a:pt x="1856079" y="6700672"/>
                  </a:lnTo>
                  <a:lnTo>
                    <a:pt x="1856079" y="6820611"/>
                  </a:lnTo>
                  <a:lnTo>
                    <a:pt x="1398524" y="7097319"/>
                  </a:lnTo>
                  <a:lnTo>
                    <a:pt x="1345184" y="7009117"/>
                  </a:lnTo>
                  <a:lnTo>
                    <a:pt x="1345184" y="7129043"/>
                  </a:lnTo>
                  <a:lnTo>
                    <a:pt x="875309" y="7413218"/>
                  </a:lnTo>
                  <a:lnTo>
                    <a:pt x="685342" y="7099084"/>
                  </a:lnTo>
                  <a:lnTo>
                    <a:pt x="592416" y="6945465"/>
                  </a:lnTo>
                  <a:lnTo>
                    <a:pt x="1062304" y="6661302"/>
                  </a:lnTo>
                  <a:lnTo>
                    <a:pt x="1345184" y="7129043"/>
                  </a:lnTo>
                  <a:lnTo>
                    <a:pt x="1345184" y="7009117"/>
                  </a:lnTo>
                  <a:lnTo>
                    <a:pt x="1213446" y="6791274"/>
                  </a:lnTo>
                  <a:lnTo>
                    <a:pt x="1121791" y="6639763"/>
                  </a:lnTo>
                  <a:lnTo>
                    <a:pt x="1579359" y="6363043"/>
                  </a:lnTo>
                  <a:lnTo>
                    <a:pt x="1856079" y="6820611"/>
                  </a:lnTo>
                  <a:lnTo>
                    <a:pt x="1856079" y="6700672"/>
                  </a:lnTo>
                  <a:lnTo>
                    <a:pt x="1724342" y="6482816"/>
                  </a:lnTo>
                  <a:lnTo>
                    <a:pt x="1632458" y="6330924"/>
                  </a:lnTo>
                  <a:lnTo>
                    <a:pt x="1632851" y="6330683"/>
                  </a:lnTo>
                  <a:lnTo>
                    <a:pt x="1631797" y="6328969"/>
                  </a:lnTo>
                  <a:lnTo>
                    <a:pt x="1661617" y="6310935"/>
                  </a:lnTo>
                  <a:lnTo>
                    <a:pt x="1657045" y="6305550"/>
                  </a:lnTo>
                  <a:lnTo>
                    <a:pt x="1632013" y="6275895"/>
                  </a:lnTo>
                  <a:lnTo>
                    <a:pt x="1622679" y="6264834"/>
                  </a:lnTo>
                  <a:lnTo>
                    <a:pt x="1600962" y="6277965"/>
                  </a:lnTo>
                  <a:lnTo>
                    <a:pt x="1543977" y="6183731"/>
                  </a:lnTo>
                  <a:lnTo>
                    <a:pt x="1541449" y="6179553"/>
                  </a:lnTo>
                  <a:lnTo>
                    <a:pt x="1536534" y="6175718"/>
                  </a:lnTo>
                  <a:lnTo>
                    <a:pt x="1513230" y="6148921"/>
                  </a:lnTo>
                  <a:lnTo>
                    <a:pt x="1503413" y="6137618"/>
                  </a:lnTo>
                  <a:lnTo>
                    <a:pt x="1502168" y="6136119"/>
                  </a:lnTo>
                  <a:lnTo>
                    <a:pt x="1472082" y="6099518"/>
                  </a:lnTo>
                  <a:lnTo>
                    <a:pt x="1444866" y="6061418"/>
                  </a:lnTo>
                  <a:lnTo>
                    <a:pt x="1433169" y="6083706"/>
                  </a:lnTo>
                  <a:lnTo>
                    <a:pt x="1429321" y="6091034"/>
                  </a:lnTo>
                  <a:lnTo>
                    <a:pt x="1557832" y="6303543"/>
                  </a:lnTo>
                  <a:lnTo>
                    <a:pt x="1089685" y="6586664"/>
                  </a:lnTo>
                  <a:lnTo>
                    <a:pt x="1089456" y="6586271"/>
                  </a:lnTo>
                  <a:lnTo>
                    <a:pt x="1087716" y="6587325"/>
                  </a:lnTo>
                  <a:lnTo>
                    <a:pt x="1022934" y="6480175"/>
                  </a:lnTo>
                  <a:lnTo>
                    <a:pt x="984123" y="6496634"/>
                  </a:lnTo>
                  <a:lnTo>
                    <a:pt x="967117" y="6503035"/>
                  </a:lnTo>
                  <a:lnTo>
                    <a:pt x="1036726" y="6618160"/>
                  </a:lnTo>
                  <a:lnTo>
                    <a:pt x="703008" y="6819976"/>
                  </a:lnTo>
                  <a:lnTo>
                    <a:pt x="701522" y="6836118"/>
                  </a:lnTo>
                  <a:lnTo>
                    <a:pt x="696252" y="6844881"/>
                  </a:lnTo>
                  <a:lnTo>
                    <a:pt x="686257" y="6861518"/>
                  </a:lnTo>
                  <a:lnTo>
                    <a:pt x="668718" y="6874218"/>
                  </a:lnTo>
                  <a:lnTo>
                    <a:pt x="649744" y="6899618"/>
                  </a:lnTo>
                  <a:lnTo>
                    <a:pt x="630174" y="6899618"/>
                  </a:lnTo>
                  <a:lnTo>
                    <a:pt x="590702" y="6918680"/>
                  </a:lnTo>
                  <a:lnTo>
                    <a:pt x="579513" y="6924091"/>
                  </a:lnTo>
                  <a:lnTo>
                    <a:pt x="545566" y="6940486"/>
                  </a:lnTo>
                  <a:lnTo>
                    <a:pt x="542188" y="6942112"/>
                  </a:lnTo>
                  <a:lnTo>
                    <a:pt x="542023" y="6942188"/>
                  </a:lnTo>
                  <a:lnTo>
                    <a:pt x="536397" y="6944906"/>
                  </a:lnTo>
                  <a:lnTo>
                    <a:pt x="534555" y="6945795"/>
                  </a:lnTo>
                  <a:lnTo>
                    <a:pt x="243319" y="7086422"/>
                  </a:lnTo>
                  <a:lnTo>
                    <a:pt x="44932" y="7206399"/>
                  </a:lnTo>
                  <a:lnTo>
                    <a:pt x="36004" y="7191299"/>
                  </a:lnTo>
                  <a:lnTo>
                    <a:pt x="29197" y="7197522"/>
                  </a:lnTo>
                  <a:lnTo>
                    <a:pt x="21640" y="7204418"/>
                  </a:lnTo>
                  <a:lnTo>
                    <a:pt x="5778" y="7224649"/>
                  </a:lnTo>
                  <a:lnTo>
                    <a:pt x="8178" y="7228624"/>
                  </a:lnTo>
                  <a:lnTo>
                    <a:pt x="1143" y="7232878"/>
                  </a:lnTo>
                  <a:lnTo>
                    <a:pt x="0" y="7239013"/>
                  </a:lnTo>
                  <a:lnTo>
                    <a:pt x="97459" y="7400163"/>
                  </a:lnTo>
                  <a:lnTo>
                    <a:pt x="260616" y="7583906"/>
                  </a:lnTo>
                  <a:lnTo>
                    <a:pt x="69545" y="7261161"/>
                  </a:lnTo>
                  <a:lnTo>
                    <a:pt x="81559" y="7253884"/>
                  </a:lnTo>
                  <a:lnTo>
                    <a:pt x="549668" y="6970801"/>
                  </a:lnTo>
                  <a:lnTo>
                    <a:pt x="549910" y="6971170"/>
                  </a:lnTo>
                  <a:lnTo>
                    <a:pt x="551624" y="6970128"/>
                  </a:lnTo>
                  <a:lnTo>
                    <a:pt x="834529" y="7437882"/>
                  </a:lnTo>
                  <a:lnTo>
                    <a:pt x="834148" y="7438110"/>
                  </a:lnTo>
                  <a:lnTo>
                    <a:pt x="835190" y="7439850"/>
                  </a:lnTo>
                  <a:lnTo>
                    <a:pt x="378129" y="7716253"/>
                  </a:lnTo>
                  <a:lnTo>
                    <a:pt x="389445" y="7729004"/>
                  </a:lnTo>
                  <a:lnTo>
                    <a:pt x="401078" y="7742123"/>
                  </a:lnTo>
                  <a:lnTo>
                    <a:pt x="405536" y="7747127"/>
                  </a:lnTo>
                  <a:lnTo>
                    <a:pt x="411988" y="7754391"/>
                  </a:lnTo>
                  <a:lnTo>
                    <a:pt x="861136" y="7482764"/>
                  </a:lnTo>
                  <a:lnTo>
                    <a:pt x="1144016" y="7950517"/>
                  </a:lnTo>
                  <a:lnTo>
                    <a:pt x="781037" y="8170024"/>
                  </a:lnTo>
                  <a:lnTo>
                    <a:pt x="809155" y="8201685"/>
                  </a:lnTo>
                  <a:lnTo>
                    <a:pt x="822947" y="8217217"/>
                  </a:lnTo>
                  <a:lnTo>
                    <a:pt x="1165555" y="8010017"/>
                  </a:lnTo>
                  <a:lnTo>
                    <a:pt x="1442275" y="8467585"/>
                  </a:lnTo>
                  <a:lnTo>
                    <a:pt x="1183957" y="8623795"/>
                  </a:lnTo>
                  <a:lnTo>
                    <a:pt x="1196670" y="8638121"/>
                  </a:lnTo>
                  <a:lnTo>
                    <a:pt x="1207668" y="8650516"/>
                  </a:lnTo>
                  <a:lnTo>
                    <a:pt x="1222552" y="8667267"/>
                  </a:lnTo>
                  <a:lnTo>
                    <a:pt x="1225854" y="8670976"/>
                  </a:lnTo>
                  <a:lnTo>
                    <a:pt x="1474393" y="8520684"/>
                  </a:lnTo>
                  <a:lnTo>
                    <a:pt x="1474622" y="8521052"/>
                  </a:lnTo>
                  <a:lnTo>
                    <a:pt x="1476349" y="8520011"/>
                  </a:lnTo>
                  <a:lnTo>
                    <a:pt x="1759229" y="8987765"/>
                  </a:lnTo>
                  <a:lnTo>
                    <a:pt x="1758861" y="8987993"/>
                  </a:lnTo>
                  <a:lnTo>
                    <a:pt x="1771167" y="9008351"/>
                  </a:lnTo>
                  <a:lnTo>
                    <a:pt x="1724456" y="9035999"/>
                  </a:lnTo>
                  <a:lnTo>
                    <a:pt x="1775498" y="9035999"/>
                  </a:lnTo>
                  <a:lnTo>
                    <a:pt x="1784565" y="9030513"/>
                  </a:lnTo>
                  <a:lnTo>
                    <a:pt x="1787893" y="9035999"/>
                  </a:lnTo>
                  <a:lnTo>
                    <a:pt x="1788414" y="9035999"/>
                  </a:lnTo>
                  <a:lnTo>
                    <a:pt x="1799399" y="9035999"/>
                  </a:lnTo>
                  <a:lnTo>
                    <a:pt x="1826945" y="9035999"/>
                  </a:lnTo>
                  <a:lnTo>
                    <a:pt x="1819668" y="9023744"/>
                  </a:lnTo>
                  <a:lnTo>
                    <a:pt x="1833905" y="9015133"/>
                  </a:lnTo>
                  <a:lnTo>
                    <a:pt x="2301633" y="8732279"/>
                  </a:lnTo>
                  <a:lnTo>
                    <a:pt x="2485326" y="9035999"/>
                  </a:lnTo>
                  <a:lnTo>
                    <a:pt x="2492794" y="9035999"/>
                  </a:lnTo>
                  <a:lnTo>
                    <a:pt x="2537256" y="9035999"/>
                  </a:lnTo>
                  <a:lnTo>
                    <a:pt x="2557856" y="9035999"/>
                  </a:lnTo>
                  <a:lnTo>
                    <a:pt x="2477605" y="8903297"/>
                  </a:lnTo>
                  <a:lnTo>
                    <a:pt x="2354961" y="8700541"/>
                  </a:lnTo>
                  <a:lnTo>
                    <a:pt x="2814650" y="8422538"/>
                  </a:lnTo>
                  <a:lnTo>
                    <a:pt x="3097517" y="8890305"/>
                  </a:lnTo>
                  <a:lnTo>
                    <a:pt x="2856585" y="9035999"/>
                  </a:lnTo>
                  <a:lnTo>
                    <a:pt x="2893898" y="9035999"/>
                  </a:lnTo>
                  <a:lnTo>
                    <a:pt x="2945663" y="9035999"/>
                  </a:lnTo>
                  <a:lnTo>
                    <a:pt x="2953486" y="9035999"/>
                  </a:lnTo>
                  <a:lnTo>
                    <a:pt x="3123095" y="8933434"/>
                  </a:lnTo>
                  <a:lnTo>
                    <a:pt x="3185134" y="9035999"/>
                  </a:lnTo>
                  <a:lnTo>
                    <a:pt x="3195294" y="9035999"/>
                  </a:lnTo>
                  <a:lnTo>
                    <a:pt x="3232162" y="9035999"/>
                  </a:lnTo>
                  <a:lnTo>
                    <a:pt x="3236760" y="9035999"/>
                  </a:lnTo>
                  <a:lnTo>
                    <a:pt x="3257664" y="9035999"/>
                  </a:lnTo>
                  <a:lnTo>
                    <a:pt x="3182582" y="8911907"/>
                  </a:lnTo>
                  <a:lnTo>
                    <a:pt x="3640150" y="8635187"/>
                  </a:lnTo>
                  <a:lnTo>
                    <a:pt x="3882567" y="9035999"/>
                  </a:lnTo>
                  <a:lnTo>
                    <a:pt x="3902608" y="9035999"/>
                  </a:lnTo>
                  <a:lnTo>
                    <a:pt x="3933253" y="9035999"/>
                  </a:lnTo>
                  <a:lnTo>
                    <a:pt x="3955097" y="9035999"/>
                  </a:lnTo>
                  <a:close/>
                </a:path>
                <a:path w="4769485" h="9036050">
                  <a:moveTo>
                    <a:pt x="4164063" y="9016289"/>
                  </a:moveTo>
                  <a:lnTo>
                    <a:pt x="4158246" y="9010472"/>
                  </a:lnTo>
                  <a:lnTo>
                    <a:pt x="4152392" y="9004592"/>
                  </a:lnTo>
                  <a:lnTo>
                    <a:pt x="4140936" y="8993073"/>
                  </a:lnTo>
                  <a:lnTo>
                    <a:pt x="4127627" y="8979725"/>
                  </a:lnTo>
                  <a:lnTo>
                    <a:pt x="4034574" y="9035999"/>
                  </a:lnTo>
                  <a:lnTo>
                    <a:pt x="4068407" y="9035999"/>
                  </a:lnTo>
                  <a:lnTo>
                    <a:pt x="4115104" y="9035999"/>
                  </a:lnTo>
                  <a:lnTo>
                    <a:pt x="4131475" y="9035999"/>
                  </a:lnTo>
                  <a:lnTo>
                    <a:pt x="4164063" y="9016289"/>
                  </a:lnTo>
                  <a:close/>
                </a:path>
                <a:path w="4769485" h="9036050">
                  <a:moveTo>
                    <a:pt x="4768951" y="166801"/>
                  </a:moveTo>
                  <a:lnTo>
                    <a:pt x="4768812" y="164274"/>
                  </a:lnTo>
                  <a:lnTo>
                    <a:pt x="4768685" y="161734"/>
                  </a:lnTo>
                  <a:lnTo>
                    <a:pt x="4768012" y="159207"/>
                  </a:lnTo>
                  <a:lnTo>
                    <a:pt x="4765560" y="152920"/>
                  </a:lnTo>
                  <a:lnTo>
                    <a:pt x="4763922" y="151688"/>
                  </a:lnTo>
                  <a:lnTo>
                    <a:pt x="4759731" y="147980"/>
                  </a:lnTo>
                  <a:lnTo>
                    <a:pt x="4757318" y="145503"/>
                  </a:lnTo>
                  <a:lnTo>
                    <a:pt x="4751997" y="144373"/>
                  </a:lnTo>
                  <a:lnTo>
                    <a:pt x="4749228" y="143167"/>
                  </a:lnTo>
                  <a:lnTo>
                    <a:pt x="4746396" y="143243"/>
                  </a:lnTo>
                  <a:lnTo>
                    <a:pt x="4743589" y="144589"/>
                  </a:lnTo>
                  <a:lnTo>
                    <a:pt x="4740872" y="144653"/>
                  </a:lnTo>
                  <a:lnTo>
                    <a:pt x="4727295" y="157708"/>
                  </a:lnTo>
                  <a:lnTo>
                    <a:pt x="4711293" y="189877"/>
                  </a:lnTo>
                  <a:lnTo>
                    <a:pt x="4656874" y="242087"/>
                  </a:lnTo>
                  <a:lnTo>
                    <a:pt x="4620374" y="260807"/>
                  </a:lnTo>
                  <a:lnTo>
                    <a:pt x="4549927" y="279133"/>
                  </a:lnTo>
                  <a:lnTo>
                    <a:pt x="4508182" y="284010"/>
                  </a:lnTo>
                  <a:lnTo>
                    <a:pt x="4461091" y="283946"/>
                  </a:lnTo>
                  <a:lnTo>
                    <a:pt x="4436923" y="283298"/>
                  </a:lnTo>
                  <a:lnTo>
                    <a:pt x="4412018" y="281393"/>
                  </a:lnTo>
                  <a:lnTo>
                    <a:pt x="4387062" y="276948"/>
                  </a:lnTo>
                  <a:lnTo>
                    <a:pt x="4362742" y="269951"/>
                  </a:lnTo>
                  <a:lnTo>
                    <a:pt x="4373765" y="255689"/>
                  </a:lnTo>
                  <a:lnTo>
                    <a:pt x="4381119" y="246608"/>
                  </a:lnTo>
                  <a:lnTo>
                    <a:pt x="4384268" y="242722"/>
                  </a:lnTo>
                  <a:lnTo>
                    <a:pt x="4394136" y="227228"/>
                  </a:lnTo>
                  <a:lnTo>
                    <a:pt x="4403483" y="213004"/>
                  </a:lnTo>
                  <a:lnTo>
                    <a:pt x="4415612" y="189826"/>
                  </a:lnTo>
                  <a:lnTo>
                    <a:pt x="4431030" y="151320"/>
                  </a:lnTo>
                  <a:lnTo>
                    <a:pt x="4439386" y="104101"/>
                  </a:lnTo>
                  <a:lnTo>
                    <a:pt x="4430407" y="57327"/>
                  </a:lnTo>
                  <a:lnTo>
                    <a:pt x="4403090" y="23723"/>
                  </a:lnTo>
                  <a:lnTo>
                    <a:pt x="4396473" y="19215"/>
                  </a:lnTo>
                  <a:lnTo>
                    <a:pt x="4396473" y="98856"/>
                  </a:lnTo>
                  <a:lnTo>
                    <a:pt x="4392473" y="129438"/>
                  </a:lnTo>
                  <a:lnTo>
                    <a:pt x="4381893" y="161480"/>
                  </a:lnTo>
                  <a:lnTo>
                    <a:pt x="4366793" y="191084"/>
                  </a:lnTo>
                  <a:lnTo>
                    <a:pt x="4357205" y="205295"/>
                  </a:lnTo>
                  <a:lnTo>
                    <a:pt x="4347032" y="220802"/>
                  </a:lnTo>
                  <a:lnTo>
                    <a:pt x="4336199" y="235064"/>
                  </a:lnTo>
                  <a:lnTo>
                    <a:pt x="4324718" y="248056"/>
                  </a:lnTo>
                  <a:lnTo>
                    <a:pt x="4308780" y="229412"/>
                  </a:lnTo>
                  <a:lnTo>
                    <a:pt x="4286491" y="180428"/>
                  </a:lnTo>
                  <a:lnTo>
                    <a:pt x="4281373" y="144995"/>
                  </a:lnTo>
                  <a:lnTo>
                    <a:pt x="4281360" y="139915"/>
                  </a:lnTo>
                  <a:lnTo>
                    <a:pt x="4281335" y="134835"/>
                  </a:lnTo>
                  <a:lnTo>
                    <a:pt x="4281322" y="129743"/>
                  </a:lnTo>
                  <a:lnTo>
                    <a:pt x="4281309" y="125933"/>
                  </a:lnTo>
                  <a:lnTo>
                    <a:pt x="4297477" y="73431"/>
                  </a:lnTo>
                  <a:lnTo>
                    <a:pt x="4326356" y="48564"/>
                  </a:lnTo>
                  <a:lnTo>
                    <a:pt x="4345851" y="45529"/>
                  </a:lnTo>
                  <a:lnTo>
                    <a:pt x="4354893" y="47828"/>
                  </a:lnTo>
                  <a:lnTo>
                    <a:pt x="4362843" y="48895"/>
                  </a:lnTo>
                  <a:lnTo>
                    <a:pt x="4391838" y="74828"/>
                  </a:lnTo>
                  <a:lnTo>
                    <a:pt x="4396473" y="98856"/>
                  </a:lnTo>
                  <a:lnTo>
                    <a:pt x="4396473" y="19215"/>
                  </a:lnTo>
                  <a:lnTo>
                    <a:pt x="4394124" y="17602"/>
                  </a:lnTo>
                  <a:lnTo>
                    <a:pt x="4384637" y="12763"/>
                  </a:lnTo>
                  <a:lnTo>
                    <a:pt x="4374616" y="7937"/>
                  </a:lnTo>
                  <a:lnTo>
                    <a:pt x="4353865" y="3390"/>
                  </a:lnTo>
                  <a:lnTo>
                    <a:pt x="4333354" y="3911"/>
                  </a:lnTo>
                  <a:lnTo>
                    <a:pt x="4294505" y="16344"/>
                  </a:lnTo>
                  <a:lnTo>
                    <a:pt x="4262971" y="47637"/>
                  </a:lnTo>
                  <a:lnTo>
                    <a:pt x="4238955" y="115595"/>
                  </a:lnTo>
                  <a:lnTo>
                    <a:pt x="4238917" y="123215"/>
                  </a:lnTo>
                  <a:lnTo>
                    <a:pt x="4238904" y="127025"/>
                  </a:lnTo>
                  <a:lnTo>
                    <a:pt x="4238891" y="130835"/>
                  </a:lnTo>
                  <a:lnTo>
                    <a:pt x="4238879" y="133375"/>
                  </a:lnTo>
                  <a:lnTo>
                    <a:pt x="4238866" y="135915"/>
                  </a:lnTo>
                  <a:lnTo>
                    <a:pt x="4238866" y="138455"/>
                  </a:lnTo>
                  <a:lnTo>
                    <a:pt x="4238853" y="140995"/>
                  </a:lnTo>
                  <a:lnTo>
                    <a:pt x="4238841" y="144818"/>
                  </a:lnTo>
                  <a:lnTo>
                    <a:pt x="4245254" y="191655"/>
                  </a:lnTo>
                  <a:lnTo>
                    <a:pt x="4273918" y="254444"/>
                  </a:lnTo>
                  <a:lnTo>
                    <a:pt x="4294784" y="279311"/>
                  </a:lnTo>
                  <a:lnTo>
                    <a:pt x="4282097" y="289801"/>
                  </a:lnTo>
                  <a:lnTo>
                    <a:pt x="4240085" y="316280"/>
                  </a:lnTo>
                  <a:lnTo>
                    <a:pt x="4189717" y="336626"/>
                  </a:lnTo>
                  <a:lnTo>
                    <a:pt x="4138218" y="349389"/>
                  </a:lnTo>
                  <a:lnTo>
                    <a:pt x="4085336" y="353275"/>
                  </a:lnTo>
                  <a:lnTo>
                    <a:pt x="4030853" y="349592"/>
                  </a:lnTo>
                  <a:lnTo>
                    <a:pt x="3974490" y="337058"/>
                  </a:lnTo>
                  <a:lnTo>
                    <a:pt x="3952456" y="328739"/>
                  </a:lnTo>
                  <a:lnTo>
                    <a:pt x="3929583" y="315341"/>
                  </a:lnTo>
                  <a:lnTo>
                    <a:pt x="3913517" y="303047"/>
                  </a:lnTo>
                  <a:lnTo>
                    <a:pt x="3907091" y="298132"/>
                  </a:lnTo>
                  <a:lnTo>
                    <a:pt x="3886225" y="278345"/>
                  </a:lnTo>
                  <a:lnTo>
                    <a:pt x="3919334" y="243192"/>
                  </a:lnTo>
                  <a:lnTo>
                    <a:pt x="3944289" y="204444"/>
                  </a:lnTo>
                  <a:lnTo>
                    <a:pt x="3958094" y="162166"/>
                  </a:lnTo>
                  <a:lnTo>
                    <a:pt x="3958056" y="158356"/>
                  </a:lnTo>
                  <a:lnTo>
                    <a:pt x="3958005" y="152006"/>
                  </a:lnTo>
                  <a:lnTo>
                    <a:pt x="3957955" y="145656"/>
                  </a:lnTo>
                  <a:lnTo>
                    <a:pt x="3957917" y="140576"/>
                  </a:lnTo>
                  <a:lnTo>
                    <a:pt x="3957866" y="134226"/>
                  </a:lnTo>
                  <a:lnTo>
                    <a:pt x="3957815" y="129146"/>
                  </a:lnTo>
                  <a:lnTo>
                    <a:pt x="3957764" y="122796"/>
                  </a:lnTo>
                  <a:lnTo>
                    <a:pt x="3957726" y="117716"/>
                  </a:lnTo>
                  <a:lnTo>
                    <a:pt x="3941686" y="76200"/>
                  </a:lnTo>
                  <a:lnTo>
                    <a:pt x="3940225" y="72428"/>
                  </a:lnTo>
                  <a:lnTo>
                    <a:pt x="3927195" y="56248"/>
                  </a:lnTo>
                  <a:lnTo>
                    <a:pt x="3917023" y="48475"/>
                  </a:lnTo>
                  <a:lnTo>
                    <a:pt x="3917023" y="137807"/>
                  </a:lnTo>
                  <a:lnTo>
                    <a:pt x="3909530" y="178650"/>
                  </a:lnTo>
                  <a:lnTo>
                    <a:pt x="3888105" y="214769"/>
                  </a:lnTo>
                  <a:lnTo>
                    <a:pt x="3859809" y="244716"/>
                  </a:lnTo>
                  <a:lnTo>
                    <a:pt x="3856736" y="239712"/>
                  </a:lnTo>
                  <a:lnTo>
                    <a:pt x="3840238" y="196938"/>
                  </a:lnTo>
                  <a:lnTo>
                    <a:pt x="3839959" y="194411"/>
                  </a:lnTo>
                  <a:lnTo>
                    <a:pt x="3839819" y="193141"/>
                  </a:lnTo>
                  <a:lnTo>
                    <a:pt x="3839680" y="191871"/>
                  </a:lnTo>
                  <a:lnTo>
                    <a:pt x="3839540" y="190614"/>
                  </a:lnTo>
                  <a:lnTo>
                    <a:pt x="3836581" y="164007"/>
                  </a:lnTo>
                  <a:lnTo>
                    <a:pt x="3840467" y="132143"/>
                  </a:lnTo>
                  <a:lnTo>
                    <a:pt x="3858044" y="92316"/>
                  </a:lnTo>
                  <a:lnTo>
                    <a:pt x="3879265" y="77800"/>
                  </a:lnTo>
                  <a:lnTo>
                    <a:pt x="3886479" y="80149"/>
                  </a:lnTo>
                  <a:lnTo>
                    <a:pt x="3893210" y="83794"/>
                  </a:lnTo>
                  <a:lnTo>
                    <a:pt x="3899039" y="88722"/>
                  </a:lnTo>
                  <a:lnTo>
                    <a:pt x="3903586" y="94957"/>
                  </a:lnTo>
                  <a:lnTo>
                    <a:pt x="3917023" y="137807"/>
                  </a:lnTo>
                  <a:lnTo>
                    <a:pt x="3917023" y="48475"/>
                  </a:lnTo>
                  <a:lnTo>
                    <a:pt x="3911130" y="43954"/>
                  </a:lnTo>
                  <a:lnTo>
                    <a:pt x="3893108" y="36791"/>
                  </a:lnTo>
                  <a:lnTo>
                    <a:pt x="3874236" y="36004"/>
                  </a:lnTo>
                  <a:lnTo>
                    <a:pt x="3857028" y="40259"/>
                  </a:lnTo>
                  <a:lnTo>
                    <a:pt x="3826713" y="63893"/>
                  </a:lnTo>
                  <a:lnTo>
                    <a:pt x="3799128" y="120497"/>
                  </a:lnTo>
                  <a:lnTo>
                    <a:pt x="3793794" y="162560"/>
                  </a:lnTo>
                  <a:lnTo>
                    <a:pt x="3798328" y="205638"/>
                  </a:lnTo>
                  <a:lnTo>
                    <a:pt x="3812730" y="247192"/>
                  </a:lnTo>
                  <a:lnTo>
                    <a:pt x="3826243" y="270992"/>
                  </a:lnTo>
                  <a:lnTo>
                    <a:pt x="3818585" y="277533"/>
                  </a:lnTo>
                  <a:lnTo>
                    <a:pt x="3812222" y="281508"/>
                  </a:lnTo>
                  <a:lnTo>
                    <a:pt x="3808247" y="282879"/>
                  </a:lnTo>
                  <a:lnTo>
                    <a:pt x="3763556" y="305625"/>
                  </a:lnTo>
                  <a:lnTo>
                    <a:pt x="3714013" y="318325"/>
                  </a:lnTo>
                  <a:lnTo>
                    <a:pt x="3661638" y="323481"/>
                  </a:lnTo>
                  <a:lnTo>
                    <a:pt x="3608324" y="319760"/>
                  </a:lnTo>
                  <a:lnTo>
                    <a:pt x="3579799" y="312877"/>
                  </a:lnTo>
                  <a:lnTo>
                    <a:pt x="3556025" y="307124"/>
                  </a:lnTo>
                  <a:lnTo>
                    <a:pt x="3506686" y="286791"/>
                  </a:lnTo>
                  <a:lnTo>
                    <a:pt x="3513226" y="280276"/>
                  </a:lnTo>
                  <a:lnTo>
                    <a:pt x="3519563" y="273761"/>
                  </a:lnTo>
                  <a:lnTo>
                    <a:pt x="3552558" y="227177"/>
                  </a:lnTo>
                  <a:lnTo>
                    <a:pt x="3571697" y="179679"/>
                  </a:lnTo>
                  <a:lnTo>
                    <a:pt x="3582378" y="128600"/>
                  </a:lnTo>
                  <a:lnTo>
                    <a:pt x="3582263" y="127330"/>
                  </a:lnTo>
                  <a:lnTo>
                    <a:pt x="3582149" y="126060"/>
                  </a:lnTo>
                  <a:lnTo>
                    <a:pt x="3577920" y="80429"/>
                  </a:lnTo>
                  <a:lnTo>
                    <a:pt x="3552825" y="42964"/>
                  </a:lnTo>
                  <a:lnTo>
                    <a:pt x="3539566" y="35064"/>
                  </a:lnTo>
                  <a:lnTo>
                    <a:pt x="3539566" y="128422"/>
                  </a:lnTo>
                  <a:lnTo>
                    <a:pt x="3530600" y="168033"/>
                  </a:lnTo>
                  <a:lnTo>
                    <a:pt x="3515296" y="206540"/>
                  </a:lnTo>
                  <a:lnTo>
                    <a:pt x="3498481" y="233641"/>
                  </a:lnTo>
                  <a:lnTo>
                    <a:pt x="3491966" y="241439"/>
                  </a:lnTo>
                  <a:lnTo>
                    <a:pt x="3485121" y="247967"/>
                  </a:lnTo>
                  <a:lnTo>
                    <a:pt x="3477996" y="255765"/>
                  </a:lnTo>
                  <a:lnTo>
                    <a:pt x="3470541" y="262318"/>
                  </a:lnTo>
                  <a:lnTo>
                    <a:pt x="3465080" y="256095"/>
                  </a:lnTo>
                  <a:lnTo>
                    <a:pt x="3460153" y="251142"/>
                  </a:lnTo>
                  <a:lnTo>
                    <a:pt x="3455708" y="244906"/>
                  </a:lnTo>
                  <a:lnTo>
                    <a:pt x="3451745" y="237388"/>
                  </a:lnTo>
                  <a:lnTo>
                    <a:pt x="3444938" y="208343"/>
                  </a:lnTo>
                  <a:lnTo>
                    <a:pt x="3444976" y="207073"/>
                  </a:lnTo>
                  <a:lnTo>
                    <a:pt x="3445014" y="205790"/>
                  </a:lnTo>
                  <a:lnTo>
                    <a:pt x="3445052" y="204520"/>
                  </a:lnTo>
                  <a:lnTo>
                    <a:pt x="3445091" y="203250"/>
                  </a:lnTo>
                  <a:lnTo>
                    <a:pt x="3445129" y="201980"/>
                  </a:lnTo>
                  <a:lnTo>
                    <a:pt x="3445167" y="200710"/>
                  </a:lnTo>
                  <a:lnTo>
                    <a:pt x="3446157" y="166382"/>
                  </a:lnTo>
                  <a:lnTo>
                    <a:pt x="3455898" y="122936"/>
                  </a:lnTo>
                  <a:lnTo>
                    <a:pt x="3474631" y="86893"/>
                  </a:lnTo>
                  <a:lnTo>
                    <a:pt x="3509657" y="69481"/>
                  </a:lnTo>
                  <a:lnTo>
                    <a:pt x="3512972" y="70662"/>
                  </a:lnTo>
                  <a:lnTo>
                    <a:pt x="3518814" y="71780"/>
                  </a:lnTo>
                  <a:lnTo>
                    <a:pt x="3537331" y="94170"/>
                  </a:lnTo>
                  <a:lnTo>
                    <a:pt x="3537496" y="96710"/>
                  </a:lnTo>
                  <a:lnTo>
                    <a:pt x="3537661" y="99250"/>
                  </a:lnTo>
                  <a:lnTo>
                    <a:pt x="3537750" y="100520"/>
                  </a:lnTo>
                  <a:lnTo>
                    <a:pt x="3537915" y="103060"/>
                  </a:lnTo>
                  <a:lnTo>
                    <a:pt x="3538080" y="105587"/>
                  </a:lnTo>
                  <a:lnTo>
                    <a:pt x="3538245" y="108127"/>
                  </a:lnTo>
                  <a:lnTo>
                    <a:pt x="3538410" y="110667"/>
                  </a:lnTo>
                  <a:lnTo>
                    <a:pt x="3538486" y="111937"/>
                  </a:lnTo>
                  <a:lnTo>
                    <a:pt x="3539566" y="128422"/>
                  </a:lnTo>
                  <a:lnTo>
                    <a:pt x="3539566" y="35064"/>
                  </a:lnTo>
                  <a:lnTo>
                    <a:pt x="3536073" y="33223"/>
                  </a:lnTo>
                  <a:lnTo>
                    <a:pt x="3530028" y="30848"/>
                  </a:lnTo>
                  <a:lnTo>
                    <a:pt x="3523691" y="29730"/>
                  </a:lnTo>
                  <a:lnTo>
                    <a:pt x="3500602" y="26517"/>
                  </a:lnTo>
                  <a:lnTo>
                    <a:pt x="3478796" y="30886"/>
                  </a:lnTo>
                  <a:lnTo>
                    <a:pt x="3441027" y="59804"/>
                  </a:lnTo>
                  <a:lnTo>
                    <a:pt x="3416452" y="106172"/>
                  </a:lnTo>
                  <a:lnTo>
                    <a:pt x="3403752" y="162394"/>
                  </a:lnTo>
                  <a:lnTo>
                    <a:pt x="3402863" y="215773"/>
                  </a:lnTo>
                  <a:lnTo>
                    <a:pt x="3413874" y="257416"/>
                  </a:lnTo>
                  <a:lnTo>
                    <a:pt x="3418484" y="266192"/>
                  </a:lnTo>
                  <a:lnTo>
                    <a:pt x="3423577" y="273672"/>
                  </a:lnTo>
                  <a:lnTo>
                    <a:pt x="3429165" y="279882"/>
                  </a:lnTo>
                  <a:lnTo>
                    <a:pt x="3435299" y="287350"/>
                  </a:lnTo>
                  <a:lnTo>
                    <a:pt x="3393440" y="308749"/>
                  </a:lnTo>
                  <a:lnTo>
                    <a:pt x="3348139" y="323888"/>
                  </a:lnTo>
                  <a:lnTo>
                    <a:pt x="3300755" y="332727"/>
                  </a:lnTo>
                  <a:lnTo>
                    <a:pt x="3252698" y="337769"/>
                  </a:lnTo>
                  <a:lnTo>
                    <a:pt x="3205264" y="336435"/>
                  </a:lnTo>
                  <a:lnTo>
                    <a:pt x="3159874" y="331254"/>
                  </a:lnTo>
                  <a:lnTo>
                    <a:pt x="3117837" y="319620"/>
                  </a:lnTo>
                  <a:lnTo>
                    <a:pt x="3082264" y="304012"/>
                  </a:lnTo>
                  <a:lnTo>
                    <a:pt x="3051911" y="278117"/>
                  </a:lnTo>
                  <a:lnTo>
                    <a:pt x="3074492" y="255943"/>
                  </a:lnTo>
                  <a:lnTo>
                    <a:pt x="3085033" y="241693"/>
                  </a:lnTo>
                  <a:lnTo>
                    <a:pt x="3109430" y="202958"/>
                  </a:lnTo>
                  <a:lnTo>
                    <a:pt x="3129369" y="142735"/>
                  </a:lnTo>
                  <a:lnTo>
                    <a:pt x="3132696" y="101993"/>
                  </a:lnTo>
                  <a:lnTo>
                    <a:pt x="3125901" y="65328"/>
                  </a:lnTo>
                  <a:lnTo>
                    <a:pt x="3125432" y="62801"/>
                  </a:lnTo>
                  <a:lnTo>
                    <a:pt x="3101136" y="32931"/>
                  </a:lnTo>
                  <a:lnTo>
                    <a:pt x="3094113" y="29298"/>
                  </a:lnTo>
                  <a:lnTo>
                    <a:pt x="3089884" y="27952"/>
                  </a:lnTo>
                  <a:lnTo>
                    <a:pt x="3089884" y="105638"/>
                  </a:lnTo>
                  <a:lnTo>
                    <a:pt x="3087713" y="133642"/>
                  </a:lnTo>
                  <a:lnTo>
                    <a:pt x="3071647" y="183603"/>
                  </a:lnTo>
                  <a:lnTo>
                    <a:pt x="3044571" y="224942"/>
                  </a:lnTo>
                  <a:lnTo>
                    <a:pt x="3027184" y="243179"/>
                  </a:lnTo>
                  <a:lnTo>
                    <a:pt x="3021139" y="229362"/>
                  </a:lnTo>
                  <a:lnTo>
                    <a:pt x="3016707" y="215493"/>
                  </a:lnTo>
                  <a:lnTo>
                    <a:pt x="3013862" y="200329"/>
                  </a:lnTo>
                  <a:lnTo>
                    <a:pt x="3013760" y="199059"/>
                  </a:lnTo>
                  <a:lnTo>
                    <a:pt x="3013659" y="197789"/>
                  </a:lnTo>
                  <a:lnTo>
                    <a:pt x="3013557" y="196519"/>
                  </a:lnTo>
                  <a:lnTo>
                    <a:pt x="3012643" y="185115"/>
                  </a:lnTo>
                  <a:lnTo>
                    <a:pt x="3016339" y="158343"/>
                  </a:lnTo>
                  <a:lnTo>
                    <a:pt x="3043390" y="91579"/>
                  </a:lnTo>
                  <a:lnTo>
                    <a:pt x="3067926" y="68084"/>
                  </a:lnTo>
                  <a:lnTo>
                    <a:pt x="3070682" y="66751"/>
                  </a:lnTo>
                  <a:lnTo>
                    <a:pt x="3073933" y="67932"/>
                  </a:lnTo>
                  <a:lnTo>
                    <a:pt x="3076879" y="67856"/>
                  </a:lnTo>
                  <a:lnTo>
                    <a:pt x="3079585" y="70332"/>
                  </a:lnTo>
                  <a:lnTo>
                    <a:pt x="3087370" y="82829"/>
                  </a:lnTo>
                  <a:lnTo>
                    <a:pt x="3087509" y="84099"/>
                  </a:lnTo>
                  <a:lnTo>
                    <a:pt x="3087649" y="85369"/>
                  </a:lnTo>
                  <a:lnTo>
                    <a:pt x="3087789" y="86639"/>
                  </a:lnTo>
                  <a:lnTo>
                    <a:pt x="3087928" y="87896"/>
                  </a:lnTo>
                  <a:lnTo>
                    <a:pt x="3088068" y="89166"/>
                  </a:lnTo>
                  <a:lnTo>
                    <a:pt x="3088208" y="90436"/>
                  </a:lnTo>
                  <a:lnTo>
                    <a:pt x="3088348" y="91706"/>
                  </a:lnTo>
                  <a:lnTo>
                    <a:pt x="3088487" y="92964"/>
                  </a:lnTo>
                  <a:lnTo>
                    <a:pt x="3088627" y="94234"/>
                  </a:lnTo>
                  <a:lnTo>
                    <a:pt x="3088767" y="95504"/>
                  </a:lnTo>
                  <a:lnTo>
                    <a:pt x="3088906" y="96774"/>
                  </a:lnTo>
                  <a:lnTo>
                    <a:pt x="3089046" y="98031"/>
                  </a:lnTo>
                  <a:lnTo>
                    <a:pt x="3089186" y="99301"/>
                  </a:lnTo>
                  <a:lnTo>
                    <a:pt x="3089325" y="100571"/>
                  </a:lnTo>
                  <a:lnTo>
                    <a:pt x="3089465" y="101841"/>
                  </a:lnTo>
                  <a:lnTo>
                    <a:pt x="3089605" y="103098"/>
                  </a:lnTo>
                  <a:lnTo>
                    <a:pt x="3089745" y="104368"/>
                  </a:lnTo>
                  <a:lnTo>
                    <a:pt x="3089884" y="105638"/>
                  </a:lnTo>
                  <a:lnTo>
                    <a:pt x="3089884" y="27952"/>
                  </a:lnTo>
                  <a:lnTo>
                    <a:pt x="3086785" y="26949"/>
                  </a:lnTo>
                  <a:lnTo>
                    <a:pt x="3079127" y="24599"/>
                  </a:lnTo>
                  <a:lnTo>
                    <a:pt x="3063265" y="25006"/>
                  </a:lnTo>
                  <a:lnTo>
                    <a:pt x="3009646" y="64503"/>
                  </a:lnTo>
                  <a:lnTo>
                    <a:pt x="2987167" y="108267"/>
                  </a:lnTo>
                  <a:lnTo>
                    <a:pt x="2973882" y="153073"/>
                  </a:lnTo>
                  <a:lnTo>
                    <a:pt x="2969831" y="186207"/>
                  </a:lnTo>
                  <a:lnTo>
                    <a:pt x="2969945" y="187477"/>
                  </a:lnTo>
                  <a:lnTo>
                    <a:pt x="2970047" y="188747"/>
                  </a:lnTo>
                  <a:lnTo>
                    <a:pt x="2970161" y="190004"/>
                  </a:lnTo>
                  <a:lnTo>
                    <a:pt x="2970263" y="191274"/>
                  </a:lnTo>
                  <a:lnTo>
                    <a:pt x="2970365" y="192544"/>
                  </a:lnTo>
                  <a:lnTo>
                    <a:pt x="2970479" y="193814"/>
                  </a:lnTo>
                  <a:lnTo>
                    <a:pt x="2970580" y="195084"/>
                  </a:lnTo>
                  <a:lnTo>
                    <a:pt x="2971762" y="209029"/>
                  </a:lnTo>
                  <a:lnTo>
                    <a:pt x="2976245" y="230505"/>
                  </a:lnTo>
                  <a:lnTo>
                    <a:pt x="2983319" y="250647"/>
                  </a:lnTo>
                  <a:lnTo>
                    <a:pt x="2992996" y="270738"/>
                  </a:lnTo>
                  <a:lnTo>
                    <a:pt x="2988691" y="273380"/>
                  </a:lnTo>
                  <a:lnTo>
                    <a:pt x="2984309" y="276034"/>
                  </a:lnTo>
                  <a:lnTo>
                    <a:pt x="2979801" y="277418"/>
                  </a:lnTo>
                  <a:lnTo>
                    <a:pt x="2926372" y="300393"/>
                  </a:lnTo>
                  <a:lnTo>
                    <a:pt x="2872549" y="310654"/>
                  </a:lnTo>
                  <a:lnTo>
                    <a:pt x="2821660" y="314502"/>
                  </a:lnTo>
                  <a:lnTo>
                    <a:pt x="2776880" y="311835"/>
                  </a:lnTo>
                  <a:lnTo>
                    <a:pt x="2718104" y="300634"/>
                  </a:lnTo>
                  <a:lnTo>
                    <a:pt x="2671318" y="280238"/>
                  </a:lnTo>
                  <a:lnTo>
                    <a:pt x="2642082" y="259397"/>
                  </a:lnTo>
                  <a:lnTo>
                    <a:pt x="2682798" y="229133"/>
                  </a:lnTo>
                  <a:lnTo>
                    <a:pt x="2689644" y="222605"/>
                  </a:lnTo>
                  <a:lnTo>
                    <a:pt x="2718371" y="195186"/>
                  </a:lnTo>
                  <a:lnTo>
                    <a:pt x="2746197" y="157632"/>
                  </a:lnTo>
                  <a:lnTo>
                    <a:pt x="2763736" y="117805"/>
                  </a:lnTo>
                  <a:lnTo>
                    <a:pt x="2767126" y="93573"/>
                  </a:lnTo>
                  <a:lnTo>
                    <a:pt x="2767152" y="89763"/>
                  </a:lnTo>
                  <a:lnTo>
                    <a:pt x="2756725" y="44297"/>
                  </a:lnTo>
                  <a:lnTo>
                    <a:pt x="2754122" y="39281"/>
                  </a:lnTo>
                  <a:lnTo>
                    <a:pt x="2751518" y="34264"/>
                  </a:lnTo>
                  <a:lnTo>
                    <a:pt x="2725128" y="8585"/>
                  </a:lnTo>
                  <a:lnTo>
                    <a:pt x="2725128" y="89573"/>
                  </a:lnTo>
                  <a:lnTo>
                    <a:pt x="2725064" y="90843"/>
                  </a:lnTo>
                  <a:lnTo>
                    <a:pt x="2725001" y="92113"/>
                  </a:lnTo>
                  <a:lnTo>
                    <a:pt x="2724937" y="93383"/>
                  </a:lnTo>
                  <a:lnTo>
                    <a:pt x="2724874" y="94665"/>
                  </a:lnTo>
                  <a:lnTo>
                    <a:pt x="2724810" y="95935"/>
                  </a:lnTo>
                  <a:lnTo>
                    <a:pt x="2724747" y="97205"/>
                  </a:lnTo>
                  <a:lnTo>
                    <a:pt x="2724683" y="98475"/>
                  </a:lnTo>
                  <a:lnTo>
                    <a:pt x="2722537" y="106159"/>
                  </a:lnTo>
                  <a:lnTo>
                    <a:pt x="2707576" y="139573"/>
                  </a:lnTo>
                  <a:lnTo>
                    <a:pt x="2683116" y="170688"/>
                  </a:lnTo>
                  <a:lnTo>
                    <a:pt x="2651696" y="199440"/>
                  </a:lnTo>
                  <a:lnTo>
                    <a:pt x="2615857" y="224497"/>
                  </a:lnTo>
                  <a:lnTo>
                    <a:pt x="2612237" y="218236"/>
                  </a:lnTo>
                  <a:lnTo>
                    <a:pt x="2609367" y="210680"/>
                  </a:lnTo>
                  <a:lnTo>
                    <a:pt x="2607297" y="203111"/>
                  </a:lnTo>
                  <a:lnTo>
                    <a:pt x="2607170" y="201853"/>
                  </a:lnTo>
                  <a:lnTo>
                    <a:pt x="2607030" y="200583"/>
                  </a:lnTo>
                  <a:lnTo>
                    <a:pt x="2606903" y="199313"/>
                  </a:lnTo>
                  <a:lnTo>
                    <a:pt x="2606764" y="198043"/>
                  </a:lnTo>
                  <a:lnTo>
                    <a:pt x="2606637" y="196786"/>
                  </a:lnTo>
                  <a:lnTo>
                    <a:pt x="2606497" y="195516"/>
                  </a:lnTo>
                  <a:lnTo>
                    <a:pt x="2603677" y="168910"/>
                  </a:lnTo>
                  <a:lnTo>
                    <a:pt x="2609164" y="135737"/>
                  </a:lnTo>
                  <a:lnTo>
                    <a:pt x="2631452" y="85623"/>
                  </a:lnTo>
                  <a:lnTo>
                    <a:pt x="2656179" y="55765"/>
                  </a:lnTo>
                  <a:lnTo>
                    <a:pt x="2691257" y="40894"/>
                  </a:lnTo>
                  <a:lnTo>
                    <a:pt x="2693314" y="42113"/>
                  </a:lnTo>
                  <a:lnTo>
                    <a:pt x="2700172" y="43205"/>
                  </a:lnTo>
                  <a:lnTo>
                    <a:pt x="2725128" y="89573"/>
                  </a:lnTo>
                  <a:lnTo>
                    <a:pt x="2725128" y="8585"/>
                  </a:lnTo>
                  <a:lnTo>
                    <a:pt x="2722994" y="7048"/>
                  </a:lnTo>
                  <a:lnTo>
                    <a:pt x="2715831" y="3416"/>
                  </a:lnTo>
                  <a:lnTo>
                    <a:pt x="2708351" y="1066"/>
                  </a:lnTo>
                  <a:lnTo>
                    <a:pt x="2700566" y="0"/>
                  </a:lnTo>
                  <a:lnTo>
                    <a:pt x="2671902" y="736"/>
                  </a:lnTo>
                  <a:lnTo>
                    <a:pt x="2617762" y="32613"/>
                  </a:lnTo>
                  <a:lnTo>
                    <a:pt x="2594737" y="63690"/>
                  </a:lnTo>
                  <a:lnTo>
                    <a:pt x="2575407" y="102298"/>
                  </a:lnTo>
                  <a:lnTo>
                    <a:pt x="2564079" y="141973"/>
                  </a:lnTo>
                  <a:lnTo>
                    <a:pt x="2560878" y="178892"/>
                  </a:lnTo>
                  <a:lnTo>
                    <a:pt x="2566047" y="214337"/>
                  </a:lnTo>
                  <a:lnTo>
                    <a:pt x="2568575" y="223164"/>
                  </a:lnTo>
                  <a:lnTo>
                    <a:pt x="2575001" y="239509"/>
                  </a:lnTo>
                  <a:lnTo>
                    <a:pt x="2578900" y="247040"/>
                  </a:lnTo>
                  <a:lnTo>
                    <a:pt x="2569426" y="251091"/>
                  </a:lnTo>
                  <a:lnTo>
                    <a:pt x="2560078" y="256413"/>
                  </a:lnTo>
                  <a:lnTo>
                    <a:pt x="2541727" y="264502"/>
                  </a:lnTo>
                  <a:lnTo>
                    <a:pt x="2491130" y="282321"/>
                  </a:lnTo>
                  <a:lnTo>
                    <a:pt x="2441270" y="291211"/>
                  </a:lnTo>
                  <a:lnTo>
                    <a:pt x="2592755" y="287337"/>
                  </a:lnTo>
                  <a:lnTo>
                    <a:pt x="2604274" y="281952"/>
                  </a:lnTo>
                  <a:lnTo>
                    <a:pt x="2614701" y="291858"/>
                  </a:lnTo>
                  <a:lnTo>
                    <a:pt x="2625826" y="301739"/>
                  </a:lnTo>
                  <a:lnTo>
                    <a:pt x="2676004" y="330936"/>
                  </a:lnTo>
                  <a:lnTo>
                    <a:pt x="2736862" y="348437"/>
                  </a:lnTo>
                  <a:lnTo>
                    <a:pt x="2823121" y="356387"/>
                  </a:lnTo>
                  <a:lnTo>
                    <a:pt x="2871813" y="353872"/>
                  </a:lnTo>
                  <a:lnTo>
                    <a:pt x="2917888" y="346341"/>
                  </a:lnTo>
                  <a:lnTo>
                    <a:pt x="2960928" y="333806"/>
                  </a:lnTo>
                  <a:lnTo>
                    <a:pt x="3000489" y="315010"/>
                  </a:lnTo>
                  <a:lnTo>
                    <a:pt x="3006496" y="312305"/>
                  </a:lnTo>
                  <a:lnTo>
                    <a:pt x="3010382" y="309664"/>
                  </a:lnTo>
                  <a:lnTo>
                    <a:pt x="3012338" y="308343"/>
                  </a:lnTo>
                  <a:lnTo>
                    <a:pt x="3018028" y="304393"/>
                  </a:lnTo>
                  <a:lnTo>
                    <a:pt x="3057601" y="338950"/>
                  </a:lnTo>
                  <a:lnTo>
                    <a:pt x="3104565" y="360616"/>
                  </a:lnTo>
                  <a:lnTo>
                    <a:pt x="3147491" y="372224"/>
                  </a:lnTo>
                  <a:lnTo>
                    <a:pt x="3193313" y="378663"/>
                  </a:lnTo>
                  <a:lnTo>
                    <a:pt x="3241002" y="381254"/>
                  </a:lnTo>
                  <a:lnTo>
                    <a:pt x="3289490" y="378752"/>
                  </a:lnTo>
                  <a:lnTo>
                    <a:pt x="3337712" y="369887"/>
                  </a:lnTo>
                  <a:lnTo>
                    <a:pt x="3384689" y="357251"/>
                  </a:lnTo>
                  <a:lnTo>
                    <a:pt x="3429343" y="339598"/>
                  </a:lnTo>
                  <a:lnTo>
                    <a:pt x="3440811" y="332943"/>
                  </a:lnTo>
                  <a:lnTo>
                    <a:pt x="3470605" y="315671"/>
                  </a:lnTo>
                  <a:lnTo>
                    <a:pt x="3475278" y="318084"/>
                  </a:lnTo>
                  <a:lnTo>
                    <a:pt x="3480231" y="321767"/>
                  </a:lnTo>
                  <a:lnTo>
                    <a:pt x="3485400" y="324180"/>
                  </a:lnTo>
                  <a:lnTo>
                    <a:pt x="3533292" y="344551"/>
                  </a:lnTo>
                  <a:lnTo>
                    <a:pt x="3584029" y="358495"/>
                  </a:lnTo>
                  <a:lnTo>
                    <a:pt x="3636175" y="364782"/>
                  </a:lnTo>
                  <a:lnTo>
                    <a:pt x="3688346" y="364718"/>
                  </a:lnTo>
                  <a:lnTo>
                    <a:pt x="3739108" y="357060"/>
                  </a:lnTo>
                  <a:lnTo>
                    <a:pt x="3787051" y="341858"/>
                  </a:lnTo>
                  <a:lnTo>
                    <a:pt x="3830790" y="320421"/>
                  </a:lnTo>
                  <a:lnTo>
                    <a:pt x="3852824" y="304609"/>
                  </a:lnTo>
                  <a:lnTo>
                    <a:pt x="3878313" y="329361"/>
                  </a:lnTo>
                  <a:lnTo>
                    <a:pt x="3934815" y="367296"/>
                  </a:lnTo>
                  <a:lnTo>
                    <a:pt x="3995610" y="387337"/>
                  </a:lnTo>
                  <a:lnTo>
                    <a:pt x="4058208" y="394627"/>
                  </a:lnTo>
                  <a:lnTo>
                    <a:pt x="4137685" y="392595"/>
                  </a:lnTo>
                  <a:lnTo>
                    <a:pt x="4179201" y="385178"/>
                  </a:lnTo>
                  <a:lnTo>
                    <a:pt x="4219587" y="372706"/>
                  </a:lnTo>
                  <a:lnTo>
                    <a:pt x="4258843" y="355193"/>
                  </a:lnTo>
                  <a:lnTo>
                    <a:pt x="4297159" y="332613"/>
                  </a:lnTo>
                  <a:lnTo>
                    <a:pt x="4331487" y="303784"/>
                  </a:lnTo>
                  <a:lnTo>
                    <a:pt x="4363644" y="315658"/>
                  </a:lnTo>
                  <a:lnTo>
                    <a:pt x="4396486" y="322440"/>
                  </a:lnTo>
                  <a:lnTo>
                    <a:pt x="4429049" y="325424"/>
                  </a:lnTo>
                  <a:lnTo>
                    <a:pt x="4460392" y="327164"/>
                  </a:lnTo>
                  <a:lnTo>
                    <a:pt x="4498365" y="326186"/>
                  </a:lnTo>
                  <a:lnTo>
                    <a:pt x="4542117" y="323799"/>
                  </a:lnTo>
                  <a:lnTo>
                    <a:pt x="4589005" y="314972"/>
                  </a:lnTo>
                  <a:lnTo>
                    <a:pt x="4636516" y="299783"/>
                  </a:lnTo>
                  <a:lnTo>
                    <a:pt x="4644352" y="295770"/>
                  </a:lnTo>
                  <a:lnTo>
                    <a:pt x="4675733" y="279717"/>
                  </a:lnTo>
                  <a:lnTo>
                    <a:pt x="4718393" y="248132"/>
                  </a:lnTo>
                  <a:lnTo>
                    <a:pt x="4747628" y="211810"/>
                  </a:lnTo>
                  <a:lnTo>
                    <a:pt x="4767592" y="171919"/>
                  </a:lnTo>
                  <a:lnTo>
                    <a:pt x="4768545" y="169354"/>
                  </a:lnTo>
                  <a:lnTo>
                    <a:pt x="4768951" y="166801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888752" y="1095374"/>
              <a:ext cx="6176010" cy="7887334"/>
            </a:xfrm>
            <a:custGeom>
              <a:avLst/>
              <a:gdLst/>
              <a:ahLst/>
              <a:cxnLst/>
              <a:rect l="l" t="t" r="r" b="b"/>
              <a:pathLst>
                <a:path w="6176009" h="7887334">
                  <a:moveTo>
                    <a:pt x="496493" y="7639151"/>
                  </a:moveTo>
                  <a:lnTo>
                    <a:pt x="428663" y="7634948"/>
                  </a:lnTo>
                  <a:lnTo>
                    <a:pt x="375119" y="7629106"/>
                  </a:lnTo>
                  <a:lnTo>
                    <a:pt x="334035" y="7619822"/>
                  </a:lnTo>
                  <a:lnTo>
                    <a:pt x="282054" y="7583741"/>
                  </a:lnTo>
                  <a:lnTo>
                    <a:pt x="258279" y="7512215"/>
                  </a:lnTo>
                  <a:lnTo>
                    <a:pt x="252476" y="7458672"/>
                  </a:lnTo>
                  <a:lnTo>
                    <a:pt x="248310" y="7390841"/>
                  </a:lnTo>
                  <a:lnTo>
                    <a:pt x="244106" y="7458672"/>
                  </a:lnTo>
                  <a:lnTo>
                    <a:pt x="238264" y="7512215"/>
                  </a:lnTo>
                  <a:lnTo>
                    <a:pt x="228981" y="7553312"/>
                  </a:lnTo>
                  <a:lnTo>
                    <a:pt x="192900" y="7605306"/>
                  </a:lnTo>
                  <a:lnTo>
                    <a:pt x="121373" y="7629106"/>
                  </a:lnTo>
                  <a:lnTo>
                    <a:pt x="67830" y="7634948"/>
                  </a:lnTo>
                  <a:lnTo>
                    <a:pt x="0" y="7639151"/>
                  </a:lnTo>
                  <a:lnTo>
                    <a:pt x="67830" y="7643317"/>
                  </a:lnTo>
                  <a:lnTo>
                    <a:pt x="121373" y="7649121"/>
                  </a:lnTo>
                  <a:lnTo>
                    <a:pt x="162471" y="7658379"/>
                  </a:lnTo>
                  <a:lnTo>
                    <a:pt x="214464" y="7694447"/>
                  </a:lnTo>
                  <a:lnTo>
                    <a:pt x="238264" y="7765961"/>
                  </a:lnTo>
                  <a:lnTo>
                    <a:pt x="244106" y="7819504"/>
                  </a:lnTo>
                  <a:lnTo>
                    <a:pt x="248310" y="7887335"/>
                  </a:lnTo>
                  <a:lnTo>
                    <a:pt x="252476" y="7819504"/>
                  </a:lnTo>
                  <a:lnTo>
                    <a:pt x="258279" y="7765961"/>
                  </a:lnTo>
                  <a:lnTo>
                    <a:pt x="267538" y="7724876"/>
                  </a:lnTo>
                  <a:lnTo>
                    <a:pt x="303606" y="7672895"/>
                  </a:lnTo>
                  <a:lnTo>
                    <a:pt x="375119" y="7649121"/>
                  </a:lnTo>
                  <a:lnTo>
                    <a:pt x="428663" y="7643317"/>
                  </a:lnTo>
                  <a:lnTo>
                    <a:pt x="496493" y="7639151"/>
                  </a:lnTo>
                  <a:close/>
                </a:path>
                <a:path w="6176009" h="7887334">
                  <a:moveTo>
                    <a:pt x="6175768" y="301002"/>
                  </a:moveTo>
                  <a:lnTo>
                    <a:pt x="6107150" y="296913"/>
                  </a:lnTo>
                  <a:lnTo>
                    <a:pt x="6050381" y="291769"/>
                  </a:lnTo>
                  <a:lnTo>
                    <a:pt x="6004255" y="284365"/>
                  </a:lnTo>
                  <a:lnTo>
                    <a:pt x="5967577" y="273507"/>
                  </a:lnTo>
                  <a:lnTo>
                    <a:pt x="5917806" y="236613"/>
                  </a:lnTo>
                  <a:lnTo>
                    <a:pt x="5891466" y="171526"/>
                  </a:lnTo>
                  <a:lnTo>
                    <a:pt x="5884075" y="125399"/>
                  </a:lnTo>
                  <a:lnTo>
                    <a:pt x="5878969" y="68618"/>
                  </a:lnTo>
                  <a:lnTo>
                    <a:pt x="5874918" y="0"/>
                  </a:lnTo>
                  <a:lnTo>
                    <a:pt x="5870829" y="68618"/>
                  </a:lnTo>
                  <a:lnTo>
                    <a:pt x="5865685" y="125399"/>
                  </a:lnTo>
                  <a:lnTo>
                    <a:pt x="5858281" y="171526"/>
                  </a:lnTo>
                  <a:lnTo>
                    <a:pt x="5847410" y="208191"/>
                  </a:lnTo>
                  <a:lnTo>
                    <a:pt x="5810529" y="257987"/>
                  </a:lnTo>
                  <a:lnTo>
                    <a:pt x="5745429" y="284365"/>
                  </a:lnTo>
                  <a:lnTo>
                    <a:pt x="5699303" y="291769"/>
                  </a:lnTo>
                  <a:lnTo>
                    <a:pt x="5642534" y="296913"/>
                  </a:lnTo>
                  <a:lnTo>
                    <a:pt x="5573915" y="301002"/>
                  </a:lnTo>
                  <a:lnTo>
                    <a:pt x="5642534" y="305054"/>
                  </a:lnTo>
                  <a:lnTo>
                    <a:pt x="5699303" y="310172"/>
                  </a:lnTo>
                  <a:lnTo>
                    <a:pt x="5745429" y="317550"/>
                  </a:lnTo>
                  <a:lnTo>
                    <a:pt x="5782107" y="328396"/>
                  </a:lnTo>
                  <a:lnTo>
                    <a:pt x="5831903" y="365252"/>
                  </a:lnTo>
                  <a:lnTo>
                    <a:pt x="5858281" y="430339"/>
                  </a:lnTo>
                  <a:lnTo>
                    <a:pt x="5865685" y="476465"/>
                  </a:lnTo>
                  <a:lnTo>
                    <a:pt x="5870829" y="533234"/>
                  </a:lnTo>
                  <a:lnTo>
                    <a:pt x="5874918" y="601865"/>
                  </a:lnTo>
                  <a:lnTo>
                    <a:pt x="5878969" y="533234"/>
                  </a:lnTo>
                  <a:lnTo>
                    <a:pt x="5884075" y="476465"/>
                  </a:lnTo>
                  <a:lnTo>
                    <a:pt x="5891466" y="430339"/>
                  </a:lnTo>
                  <a:lnTo>
                    <a:pt x="5902299" y="393674"/>
                  </a:lnTo>
                  <a:lnTo>
                    <a:pt x="5939167" y="343890"/>
                  </a:lnTo>
                  <a:lnTo>
                    <a:pt x="6004255" y="317550"/>
                  </a:lnTo>
                  <a:lnTo>
                    <a:pt x="6050381" y="310172"/>
                  </a:lnTo>
                  <a:lnTo>
                    <a:pt x="6107150" y="305054"/>
                  </a:lnTo>
                  <a:lnTo>
                    <a:pt x="6175768" y="301002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68628" y="1699007"/>
            <a:ext cx="6671945" cy="1165860"/>
          </a:xfrm>
          <a:prstGeom prst="rect"/>
        </p:spPr>
        <p:txBody>
          <a:bodyPr wrap="square" lIns="0" tIns="74930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590"/>
              </a:spcBef>
            </a:pPr>
            <a:r>
              <a:rPr dirty="0" spc="105"/>
              <a:t>Anticipated</a:t>
            </a:r>
            <a:r>
              <a:rPr dirty="0" spc="-204"/>
              <a:t> </a:t>
            </a:r>
            <a:r>
              <a:rPr dirty="0" spc="155"/>
              <a:t>Impact</a:t>
            </a:r>
            <a:r>
              <a:rPr dirty="0" spc="-200"/>
              <a:t> </a:t>
            </a:r>
            <a:r>
              <a:rPr dirty="0" spc="165"/>
              <a:t>&amp;</a:t>
            </a:r>
            <a:r>
              <a:rPr dirty="0" spc="-200"/>
              <a:t> </a:t>
            </a:r>
            <a:r>
              <a:rPr dirty="0" spc="-10"/>
              <a:t>Value </a:t>
            </a:r>
            <a:r>
              <a:rPr dirty="0" spc="150"/>
              <a:t>Creation</a:t>
            </a:r>
          </a:p>
        </p:txBody>
      </p:sp>
      <p:grpSp>
        <p:nvGrpSpPr>
          <p:cNvPr id="12" name="object 12" descr=""/>
          <p:cNvGrpSpPr/>
          <p:nvPr/>
        </p:nvGrpSpPr>
        <p:grpSpPr>
          <a:xfrm>
            <a:off x="11145428" y="2425383"/>
            <a:ext cx="66040" cy="2376170"/>
            <a:chOff x="11145428" y="2425383"/>
            <a:chExt cx="66040" cy="2376170"/>
          </a:xfrm>
        </p:grpSpPr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5428" y="2425383"/>
              <a:ext cx="65997" cy="6599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5428" y="3002865"/>
              <a:ext cx="65997" cy="6599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5428" y="3580347"/>
              <a:ext cx="65997" cy="65997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5428" y="4157830"/>
              <a:ext cx="65997" cy="6599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45428" y="4735312"/>
              <a:ext cx="65997" cy="65997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1099728" y="1549686"/>
            <a:ext cx="4515485" cy="3623310"/>
          </a:xfrm>
          <a:prstGeom prst="rect">
            <a:avLst/>
          </a:prstGeom>
        </p:spPr>
        <p:txBody>
          <a:bodyPr wrap="square" lIns="0" tIns="236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dirty="0" sz="2900" spc="240" b="1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dirty="0" sz="290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900" spc="190" b="1">
                <a:solidFill>
                  <a:srgbClr val="FFFFFF"/>
                </a:solidFill>
                <a:latin typeface="Trebuchet MS"/>
                <a:cs typeface="Trebuchet MS"/>
              </a:rPr>
              <a:t>Impact:</a:t>
            </a:r>
            <a:endParaRPr sz="2900">
              <a:latin typeface="Trebuchet MS"/>
              <a:cs typeface="Trebuchet MS"/>
            </a:endParaRPr>
          </a:p>
          <a:p>
            <a:pPr marL="233045" marR="101600">
              <a:lnSpc>
                <a:spcPct val="130700"/>
              </a:lnSpc>
              <a:spcBef>
                <a:spcPts val="350"/>
              </a:spcBef>
            </a:pPr>
            <a:r>
              <a:rPr dirty="0" sz="1450">
                <a:latin typeface="Lucida Sans Unicode"/>
                <a:cs typeface="Lucida Sans Unicode"/>
              </a:rPr>
              <a:t>Helps</a:t>
            </a:r>
            <a:r>
              <a:rPr dirty="0" sz="1450" spc="-15">
                <a:latin typeface="Lucida Sans Unicode"/>
                <a:cs typeface="Lucida Sans Unicode"/>
              </a:rPr>
              <a:t> </a:t>
            </a:r>
            <a:r>
              <a:rPr dirty="0" sz="1450" spc="50">
                <a:latin typeface="Lucida Sans Unicode"/>
                <a:cs typeface="Lucida Sans Unicode"/>
              </a:rPr>
              <a:t>government</a:t>
            </a:r>
            <a:r>
              <a:rPr dirty="0" sz="1450" spc="-1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identify</a:t>
            </a:r>
            <a:r>
              <a:rPr dirty="0" sz="1450" spc="-1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priority</a:t>
            </a:r>
            <a:r>
              <a:rPr dirty="0" sz="1450" spc="-1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regions</a:t>
            </a:r>
            <a:r>
              <a:rPr dirty="0" sz="1450" spc="-15">
                <a:latin typeface="Lucida Sans Unicode"/>
                <a:cs typeface="Lucida Sans Unicode"/>
              </a:rPr>
              <a:t> </a:t>
            </a:r>
            <a:r>
              <a:rPr dirty="0" sz="1450" spc="-25">
                <a:latin typeface="Lucida Sans Unicode"/>
                <a:cs typeface="Lucida Sans Unicode"/>
              </a:rPr>
              <a:t>for </a:t>
            </a:r>
            <a:r>
              <a:rPr dirty="0" sz="1450" spc="60">
                <a:latin typeface="Lucida Sans Unicode"/>
                <a:cs typeface="Lucida Sans Unicode"/>
              </a:rPr>
              <a:t>new</a:t>
            </a:r>
            <a:r>
              <a:rPr dirty="0" sz="1450" spc="-60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colleges.</a:t>
            </a:r>
            <a:endParaRPr sz="1450">
              <a:latin typeface="Lucida Sans Unicode"/>
              <a:cs typeface="Lucida Sans Unicode"/>
            </a:endParaRPr>
          </a:p>
          <a:p>
            <a:pPr marL="233045" marR="5080">
              <a:lnSpc>
                <a:spcPct val="130700"/>
              </a:lnSpc>
            </a:pPr>
            <a:r>
              <a:rPr dirty="0" sz="1450">
                <a:latin typeface="Lucida Sans Unicode"/>
                <a:cs typeface="Lucida Sans Unicode"/>
              </a:rPr>
              <a:t>Supports</a:t>
            </a:r>
            <a:r>
              <a:rPr dirty="0" sz="1450" spc="110">
                <a:latin typeface="Lucida Sans Unicode"/>
                <a:cs typeface="Lucida Sans Unicode"/>
              </a:rPr>
              <a:t> </a:t>
            </a:r>
            <a:r>
              <a:rPr dirty="0" sz="1450" spc="75">
                <a:latin typeface="Lucida Sans Unicode"/>
                <a:cs typeface="Lucida Sans Unicode"/>
              </a:rPr>
              <a:t>data-</a:t>
            </a:r>
            <a:r>
              <a:rPr dirty="0" sz="1450">
                <a:latin typeface="Lucida Sans Unicode"/>
                <a:cs typeface="Lucida Sans Unicode"/>
              </a:rPr>
              <a:t>driven</a:t>
            </a:r>
            <a:r>
              <a:rPr dirty="0" sz="1450" spc="110">
                <a:latin typeface="Lucida Sans Unicode"/>
                <a:cs typeface="Lucida Sans Unicode"/>
              </a:rPr>
              <a:t> </a:t>
            </a:r>
            <a:r>
              <a:rPr dirty="0" sz="1450" spc="90">
                <a:latin typeface="Lucida Sans Unicode"/>
                <a:cs typeface="Lucida Sans Unicode"/>
              </a:rPr>
              <a:t>and</a:t>
            </a:r>
            <a:r>
              <a:rPr dirty="0" sz="1450" spc="110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effective</a:t>
            </a:r>
            <a:r>
              <a:rPr dirty="0" sz="1450" spc="110">
                <a:latin typeface="Lucida Sans Unicode"/>
                <a:cs typeface="Lucida Sans Unicode"/>
              </a:rPr>
              <a:t> </a:t>
            </a:r>
            <a:r>
              <a:rPr dirty="0" sz="1450" spc="45">
                <a:latin typeface="Lucida Sans Unicode"/>
                <a:cs typeface="Lucida Sans Unicode"/>
              </a:rPr>
              <a:t>education </a:t>
            </a:r>
            <a:r>
              <a:rPr dirty="0" sz="1450">
                <a:latin typeface="Lucida Sans Unicode"/>
                <a:cs typeface="Lucida Sans Unicode"/>
              </a:rPr>
              <a:t>policy</a:t>
            </a:r>
            <a:r>
              <a:rPr dirty="0" sz="1450" spc="110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decisions.</a:t>
            </a:r>
            <a:endParaRPr sz="1450">
              <a:latin typeface="Lucida Sans Unicode"/>
              <a:cs typeface="Lucida Sans Unicode"/>
            </a:endParaRPr>
          </a:p>
          <a:p>
            <a:pPr marL="233045" marR="455930">
              <a:lnSpc>
                <a:spcPct val="130700"/>
              </a:lnSpc>
            </a:pPr>
            <a:r>
              <a:rPr dirty="0" sz="1450">
                <a:latin typeface="Lucida Sans Unicode"/>
                <a:cs typeface="Lucida Sans Unicode"/>
              </a:rPr>
              <a:t>Ensures</a:t>
            </a:r>
            <a:r>
              <a:rPr dirty="0" sz="1450" spc="-40">
                <a:latin typeface="Lucida Sans Unicode"/>
                <a:cs typeface="Lucida Sans Unicode"/>
              </a:rPr>
              <a:t> </a:t>
            </a:r>
            <a:r>
              <a:rPr dirty="0" sz="1450" spc="85">
                <a:latin typeface="Lucida Sans Unicode"/>
                <a:cs typeface="Lucida Sans Unicode"/>
              </a:rPr>
              <a:t>balanced</a:t>
            </a:r>
            <a:r>
              <a:rPr dirty="0" sz="1450" spc="-35">
                <a:latin typeface="Lucida Sans Unicode"/>
                <a:cs typeface="Lucida Sans Unicode"/>
              </a:rPr>
              <a:t> </a:t>
            </a:r>
            <a:r>
              <a:rPr dirty="0" sz="1450" spc="55">
                <a:latin typeface="Lucida Sans Unicode"/>
                <a:cs typeface="Lucida Sans Unicode"/>
              </a:rPr>
              <a:t>development</a:t>
            </a:r>
            <a:r>
              <a:rPr dirty="0" sz="1450" spc="-3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of</a:t>
            </a:r>
            <a:r>
              <a:rPr dirty="0" sz="1450" spc="-40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higher </a:t>
            </a:r>
            <a:r>
              <a:rPr dirty="0" sz="1450" spc="55">
                <a:latin typeface="Lucida Sans Unicode"/>
                <a:cs typeface="Lucida Sans Unicode"/>
              </a:rPr>
              <a:t>education</a:t>
            </a:r>
            <a:r>
              <a:rPr dirty="0" sz="1450" spc="-5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infrastructure.</a:t>
            </a:r>
            <a:endParaRPr sz="1450">
              <a:latin typeface="Lucida Sans Unicode"/>
              <a:cs typeface="Lucida Sans Unicode"/>
            </a:endParaRPr>
          </a:p>
          <a:p>
            <a:pPr marL="232410" marR="27940">
              <a:lnSpc>
                <a:spcPct val="130700"/>
              </a:lnSpc>
            </a:pPr>
            <a:r>
              <a:rPr dirty="0" sz="1450">
                <a:latin typeface="Lucida Sans Unicode"/>
                <a:cs typeface="Lucida Sans Unicode"/>
              </a:rPr>
              <a:t>Improves </a:t>
            </a:r>
            <a:r>
              <a:rPr dirty="0" sz="1450" spc="100">
                <a:latin typeface="Lucida Sans Unicode"/>
                <a:cs typeface="Lucida Sans Unicode"/>
              </a:rPr>
              <a:t>access</a:t>
            </a:r>
            <a:r>
              <a:rPr dirty="0" sz="1450" spc="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to</a:t>
            </a:r>
            <a:r>
              <a:rPr dirty="0" sz="1450" spc="5">
                <a:latin typeface="Lucida Sans Unicode"/>
                <a:cs typeface="Lucida Sans Unicode"/>
              </a:rPr>
              <a:t> </a:t>
            </a:r>
            <a:r>
              <a:rPr dirty="0" sz="1450" spc="55">
                <a:latin typeface="Lucida Sans Unicode"/>
                <a:cs typeface="Lucida Sans Unicode"/>
              </a:rPr>
              <a:t>education</a:t>
            </a:r>
            <a:r>
              <a:rPr dirty="0" sz="1450">
                <a:latin typeface="Lucida Sans Unicode"/>
                <a:cs typeface="Lucida Sans Unicode"/>
              </a:rPr>
              <a:t> in</a:t>
            </a:r>
            <a:r>
              <a:rPr dirty="0" sz="1450" spc="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underserved </a:t>
            </a:r>
            <a:r>
              <a:rPr dirty="0" sz="1450">
                <a:latin typeface="Lucida Sans Unicode"/>
                <a:cs typeface="Lucida Sans Unicode"/>
              </a:rPr>
              <a:t>rural</a:t>
            </a:r>
            <a:r>
              <a:rPr dirty="0" sz="1450" spc="-2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areas.</a:t>
            </a:r>
            <a:endParaRPr sz="1450">
              <a:latin typeface="Lucida Sans Unicode"/>
              <a:cs typeface="Lucida Sans Unicode"/>
            </a:endParaRPr>
          </a:p>
          <a:p>
            <a:pPr marL="232410" marR="224154">
              <a:lnSpc>
                <a:spcPct val="130700"/>
              </a:lnSpc>
            </a:pPr>
            <a:r>
              <a:rPr dirty="0" sz="1450">
                <a:latin typeface="Lucida Sans Unicode"/>
                <a:cs typeface="Lucida Sans Unicode"/>
              </a:rPr>
              <a:t>Optimizes</a:t>
            </a:r>
            <a:r>
              <a:rPr dirty="0" sz="1450" spc="75">
                <a:latin typeface="Lucida Sans Unicode"/>
                <a:cs typeface="Lucida Sans Unicode"/>
              </a:rPr>
              <a:t> </a:t>
            </a:r>
            <a:r>
              <a:rPr dirty="0" sz="1450" spc="10">
                <a:latin typeface="Lucida Sans Unicode"/>
                <a:cs typeface="Lucida Sans Unicode"/>
              </a:rPr>
              <a:t>resource</a:t>
            </a:r>
            <a:r>
              <a:rPr dirty="0" sz="1450" spc="85">
                <a:latin typeface="Lucida Sans Unicode"/>
                <a:cs typeface="Lucida Sans Unicode"/>
              </a:rPr>
              <a:t> </a:t>
            </a:r>
            <a:r>
              <a:rPr dirty="0" sz="1450" spc="10">
                <a:latin typeface="Lucida Sans Unicode"/>
                <a:cs typeface="Lucida Sans Unicode"/>
              </a:rPr>
              <a:t>allocation</a:t>
            </a:r>
            <a:r>
              <a:rPr dirty="0" sz="1450" spc="85">
                <a:latin typeface="Lucida Sans Unicode"/>
                <a:cs typeface="Lucida Sans Unicode"/>
              </a:rPr>
              <a:t> </a:t>
            </a:r>
            <a:r>
              <a:rPr dirty="0" sz="1450" spc="90">
                <a:latin typeface="Lucida Sans Unicode"/>
                <a:cs typeface="Lucida Sans Unicode"/>
              </a:rPr>
              <a:t>and</a:t>
            </a:r>
            <a:r>
              <a:rPr dirty="0" sz="1450" spc="8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planning efficiency.</a:t>
            </a:r>
            <a:endParaRPr sz="1450">
              <a:latin typeface="Lucida Sans Unicode"/>
              <a:cs typeface="Lucida Sans Unicode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1141003" y="6302014"/>
            <a:ext cx="66675" cy="1228725"/>
            <a:chOff x="11141003" y="6302014"/>
            <a:chExt cx="66675" cy="1228725"/>
          </a:xfrm>
        </p:grpSpPr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1003" y="6302014"/>
              <a:ext cx="66675" cy="6667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41003" y="6892564"/>
              <a:ext cx="66675" cy="6667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41003" y="7178314"/>
              <a:ext cx="66675" cy="666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41003" y="7464064"/>
              <a:ext cx="66675" cy="66675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1099728" y="5384648"/>
            <a:ext cx="5399405" cy="2225040"/>
          </a:xfrm>
          <a:prstGeom prst="rect">
            <a:avLst/>
          </a:prstGeom>
        </p:spPr>
        <p:txBody>
          <a:bodyPr wrap="square" lIns="0" tIns="262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65"/>
              </a:spcBef>
            </a:pPr>
            <a:r>
              <a:rPr dirty="0" sz="2900" spc="-143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baseline="-2873" sz="4350" spc="-75" b="1">
                <a:solidFill>
                  <a:srgbClr val="787878"/>
                </a:solidFill>
                <a:latin typeface="Trebuchet MS"/>
                <a:cs typeface="Trebuchet MS"/>
              </a:rPr>
              <a:t>E</a:t>
            </a:r>
            <a:r>
              <a:rPr dirty="0" sz="2900" spc="-1070" b="1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baseline="-2873" sz="4350" spc="-15" b="1">
                <a:solidFill>
                  <a:srgbClr val="787878"/>
                </a:solidFill>
                <a:latin typeface="Trebuchet MS"/>
                <a:cs typeface="Trebuchet MS"/>
              </a:rPr>
              <a:t>s</a:t>
            </a:r>
            <a:r>
              <a:rPr dirty="0" sz="2900" spc="-93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baseline="-2873" sz="4350" spc="-52" b="1">
                <a:solidFill>
                  <a:srgbClr val="787878"/>
                </a:solidFill>
                <a:latin typeface="Trebuchet MS"/>
                <a:cs typeface="Trebuchet MS"/>
              </a:rPr>
              <a:t>t</a:t>
            </a:r>
            <a:r>
              <a:rPr dirty="0" sz="2900" spc="-640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baseline="-2873" sz="4350" spc="-52" b="1">
                <a:solidFill>
                  <a:srgbClr val="787878"/>
                </a:solidFill>
                <a:latin typeface="Trebuchet MS"/>
                <a:cs typeface="Trebuchet MS"/>
              </a:rPr>
              <a:t>i</a:t>
            </a:r>
            <a:r>
              <a:rPr dirty="0" sz="2900" spc="-2305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baseline="-2873" sz="4350" spc="-22" b="1">
                <a:solidFill>
                  <a:srgbClr val="787878"/>
                </a:solidFill>
                <a:latin typeface="Trebuchet MS"/>
                <a:cs typeface="Trebuchet MS"/>
              </a:rPr>
              <a:t>m</a:t>
            </a:r>
            <a:r>
              <a:rPr dirty="0" sz="2900" spc="-1360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baseline="-2873" sz="4350" spc="-22" b="1">
                <a:solidFill>
                  <a:srgbClr val="787878"/>
                </a:solidFill>
                <a:latin typeface="Trebuchet MS"/>
                <a:cs typeface="Trebuchet MS"/>
              </a:rPr>
              <a:t>a</a:t>
            </a:r>
            <a:r>
              <a:rPr dirty="0" sz="2900" spc="-935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baseline="-2873" sz="4350" spc="-52" b="1">
                <a:solidFill>
                  <a:srgbClr val="787878"/>
                </a:solidFill>
                <a:latin typeface="Trebuchet MS"/>
                <a:cs typeface="Trebuchet MS"/>
              </a:rPr>
              <a:t>t</a:t>
            </a:r>
            <a:r>
              <a:rPr dirty="0" sz="2900" spc="-1460" b="1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baseline="-2873" sz="4350" spc="-44" b="1">
                <a:solidFill>
                  <a:srgbClr val="787878"/>
                </a:solidFill>
                <a:latin typeface="Trebuchet MS"/>
                <a:cs typeface="Trebuchet MS"/>
              </a:rPr>
              <a:t>e</a:t>
            </a:r>
            <a:r>
              <a:rPr dirty="0" sz="2900" spc="-1495" b="1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baseline="-2873" sz="4350" spc="142" b="1">
                <a:solidFill>
                  <a:srgbClr val="787878"/>
                </a:solidFill>
                <a:latin typeface="Trebuchet MS"/>
                <a:cs typeface="Trebuchet MS"/>
              </a:rPr>
              <a:t>d</a:t>
            </a:r>
            <a:r>
              <a:rPr dirty="0" baseline="-2873" sz="4350" spc="-345" b="1">
                <a:solidFill>
                  <a:srgbClr val="787878"/>
                </a:solidFill>
                <a:latin typeface="Trebuchet MS"/>
                <a:cs typeface="Trebuchet MS"/>
              </a:rPr>
              <a:t> </a:t>
            </a:r>
            <a:r>
              <a:rPr dirty="0" sz="2900" spc="-605" b="1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baseline="-2873" sz="4350" spc="-52" b="1">
                <a:solidFill>
                  <a:srgbClr val="787878"/>
                </a:solidFill>
                <a:latin typeface="Trebuchet MS"/>
                <a:cs typeface="Trebuchet MS"/>
              </a:rPr>
              <a:t>I</a:t>
            </a:r>
            <a:r>
              <a:rPr dirty="0" sz="2900" spc="-2310" b="1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baseline="-2873" sz="4350" spc="-30" b="1">
                <a:solidFill>
                  <a:srgbClr val="787878"/>
                </a:solidFill>
                <a:latin typeface="Trebuchet MS"/>
                <a:cs typeface="Trebuchet MS"/>
              </a:rPr>
              <a:t>m</a:t>
            </a:r>
            <a:r>
              <a:rPr dirty="0" sz="2900" spc="-1500" b="1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baseline="-2873" sz="4350" spc="-44" b="1">
                <a:solidFill>
                  <a:srgbClr val="787878"/>
                </a:solidFill>
                <a:latin typeface="Trebuchet MS"/>
                <a:cs typeface="Trebuchet MS"/>
              </a:rPr>
              <a:t>p</a:t>
            </a:r>
            <a:r>
              <a:rPr dirty="0" sz="2900" spc="-136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baseline="-2873" sz="4350" spc="-30" b="1">
                <a:solidFill>
                  <a:srgbClr val="787878"/>
                </a:solidFill>
                <a:latin typeface="Trebuchet MS"/>
                <a:cs typeface="Trebuchet MS"/>
              </a:rPr>
              <a:t>a</a:t>
            </a:r>
            <a:r>
              <a:rPr dirty="0" sz="2900" spc="-1295" b="1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baseline="-2873" sz="4350" spc="-37" b="1">
                <a:solidFill>
                  <a:srgbClr val="787878"/>
                </a:solidFill>
                <a:latin typeface="Trebuchet MS"/>
                <a:cs typeface="Trebuchet MS"/>
              </a:rPr>
              <a:t>c</a:t>
            </a:r>
            <a:r>
              <a:rPr dirty="0" sz="2900" spc="-940" b="1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baseline="-2873" sz="4350" spc="-60" b="1">
                <a:solidFill>
                  <a:srgbClr val="787878"/>
                </a:solidFill>
                <a:latin typeface="Trebuchet MS"/>
                <a:cs typeface="Trebuchet MS"/>
              </a:rPr>
              <a:t>t</a:t>
            </a:r>
            <a:r>
              <a:rPr dirty="0" sz="2900" spc="-815" b="1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dirty="0" baseline="-2873" sz="4350" spc="135" b="1">
                <a:solidFill>
                  <a:srgbClr val="787878"/>
                </a:solidFill>
                <a:latin typeface="Trebuchet MS"/>
                <a:cs typeface="Trebuchet MS"/>
              </a:rPr>
              <a:t>:</a:t>
            </a:r>
            <a:endParaRPr baseline="-2873" sz="4350">
              <a:latin typeface="Trebuchet MS"/>
              <a:cs typeface="Trebuchet MS"/>
            </a:endParaRPr>
          </a:p>
          <a:p>
            <a:pPr marL="232410" marR="5080">
              <a:lnSpc>
                <a:spcPct val="133600"/>
              </a:lnSpc>
              <a:spcBef>
                <a:spcPts val="390"/>
              </a:spcBef>
            </a:pPr>
            <a:r>
              <a:rPr dirty="0" sz="1450">
                <a:latin typeface="Lucida Sans Unicode"/>
                <a:cs typeface="Lucida Sans Unicode"/>
              </a:rPr>
              <a:t>Improves</a:t>
            </a:r>
            <a:r>
              <a:rPr dirty="0" sz="1450" spc="85">
                <a:latin typeface="Lucida Sans Unicode"/>
                <a:cs typeface="Lucida Sans Unicode"/>
              </a:rPr>
              <a:t> </a:t>
            </a:r>
            <a:r>
              <a:rPr dirty="0" sz="1450" spc="95">
                <a:latin typeface="Lucida Sans Unicode"/>
                <a:cs typeface="Lucida Sans Unicode"/>
              </a:rPr>
              <a:t>access</a:t>
            </a:r>
            <a:r>
              <a:rPr dirty="0" sz="1450" spc="90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to</a:t>
            </a:r>
            <a:r>
              <a:rPr dirty="0" sz="1450" spc="90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higher</a:t>
            </a:r>
            <a:r>
              <a:rPr dirty="0" sz="1450" spc="90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education,</a:t>
            </a:r>
            <a:r>
              <a:rPr dirty="0" sz="1450" spc="90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especially</a:t>
            </a:r>
            <a:r>
              <a:rPr dirty="0" sz="1450" spc="90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in</a:t>
            </a:r>
            <a:r>
              <a:rPr dirty="0" sz="1450" spc="90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rural regions.</a:t>
            </a:r>
            <a:endParaRPr sz="1450">
              <a:latin typeface="Lucida Sans Unicode"/>
              <a:cs typeface="Lucida Sans Unicode"/>
            </a:endParaRPr>
          </a:p>
          <a:p>
            <a:pPr marL="232410" marR="10795">
              <a:lnSpc>
                <a:spcPct val="129299"/>
              </a:lnSpc>
              <a:spcBef>
                <a:spcPts val="75"/>
              </a:spcBef>
            </a:pPr>
            <a:r>
              <a:rPr dirty="0" sz="1450" spc="55">
                <a:latin typeface="Lucida Sans Unicode"/>
                <a:cs typeface="Lucida Sans Unicode"/>
              </a:rPr>
              <a:t>Reduces</a:t>
            </a:r>
            <a:r>
              <a:rPr dirty="0" sz="1450" spc="2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regional</a:t>
            </a:r>
            <a:r>
              <a:rPr dirty="0" sz="1450" spc="25">
                <a:latin typeface="Lucida Sans Unicode"/>
                <a:cs typeface="Lucida Sans Unicode"/>
              </a:rPr>
              <a:t> </a:t>
            </a:r>
            <a:r>
              <a:rPr dirty="0" sz="1450" spc="75">
                <a:latin typeface="Lucida Sans Unicode"/>
                <a:cs typeface="Lucida Sans Unicode"/>
              </a:rPr>
              <a:t>imbalance</a:t>
            </a:r>
            <a:r>
              <a:rPr dirty="0" sz="1450" spc="2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in</a:t>
            </a:r>
            <a:r>
              <a:rPr dirty="0" sz="1450" spc="2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college</a:t>
            </a:r>
            <a:r>
              <a:rPr dirty="0" sz="1450" spc="2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distribution. </a:t>
            </a:r>
            <a:r>
              <a:rPr dirty="0" sz="1450" spc="55">
                <a:latin typeface="Lucida Sans Unicode"/>
                <a:cs typeface="Lucida Sans Unicode"/>
              </a:rPr>
              <a:t>Enhances</a:t>
            </a:r>
            <a:r>
              <a:rPr dirty="0" sz="1450" spc="-2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overall</a:t>
            </a:r>
            <a:r>
              <a:rPr dirty="0" sz="1450" spc="-25">
                <a:latin typeface="Lucida Sans Unicode"/>
                <a:cs typeface="Lucida Sans Unicode"/>
              </a:rPr>
              <a:t> </a:t>
            </a:r>
            <a:r>
              <a:rPr dirty="0" sz="1450" spc="50">
                <a:latin typeface="Lucida Sans Unicode"/>
                <a:cs typeface="Lucida Sans Unicode"/>
              </a:rPr>
              <a:t>education</a:t>
            </a:r>
            <a:r>
              <a:rPr dirty="0" sz="1450" spc="-25">
                <a:latin typeface="Lucida Sans Unicode"/>
                <a:cs typeface="Lucida Sans Unicode"/>
              </a:rPr>
              <a:t> </a:t>
            </a:r>
            <a:r>
              <a:rPr dirty="0" sz="1450" spc="75">
                <a:latin typeface="Lucida Sans Unicode"/>
                <a:cs typeface="Lucida Sans Unicode"/>
              </a:rPr>
              <a:t>coverage</a:t>
            </a:r>
            <a:r>
              <a:rPr dirty="0" sz="1450" spc="-25">
                <a:latin typeface="Lucida Sans Unicode"/>
                <a:cs typeface="Lucida Sans Unicode"/>
              </a:rPr>
              <a:t> </a:t>
            </a:r>
            <a:r>
              <a:rPr dirty="0" sz="1450" spc="90">
                <a:latin typeface="Lucida Sans Unicode"/>
                <a:cs typeface="Lucida Sans Unicode"/>
              </a:rPr>
              <a:t>and</a:t>
            </a:r>
            <a:r>
              <a:rPr dirty="0" sz="1450" spc="-20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accessibility. </a:t>
            </a:r>
            <a:r>
              <a:rPr dirty="0" sz="1450">
                <a:latin typeface="Lucida Sans Unicode"/>
                <a:cs typeface="Lucida Sans Unicode"/>
              </a:rPr>
              <a:t>Enables</a:t>
            </a:r>
            <a:r>
              <a:rPr dirty="0" sz="1450" spc="9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efficient</a:t>
            </a:r>
            <a:r>
              <a:rPr dirty="0" sz="1450" spc="95">
                <a:latin typeface="Lucida Sans Unicode"/>
                <a:cs typeface="Lucida Sans Unicode"/>
              </a:rPr>
              <a:t> </a:t>
            </a:r>
            <a:r>
              <a:rPr dirty="0" sz="1450" spc="90">
                <a:latin typeface="Lucida Sans Unicode"/>
                <a:cs typeface="Lucida Sans Unicode"/>
              </a:rPr>
              <a:t>and</a:t>
            </a:r>
            <a:r>
              <a:rPr dirty="0" sz="1450" spc="9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strategic</a:t>
            </a:r>
            <a:r>
              <a:rPr dirty="0" sz="1450" spc="95">
                <a:latin typeface="Lucida Sans Unicode"/>
                <a:cs typeface="Lucida Sans Unicode"/>
              </a:rPr>
              <a:t> </a:t>
            </a:r>
            <a:r>
              <a:rPr dirty="0" sz="1450">
                <a:latin typeface="Lucida Sans Unicode"/>
                <a:cs typeface="Lucida Sans Unicode"/>
              </a:rPr>
              <a:t>infrastructure</a:t>
            </a:r>
            <a:r>
              <a:rPr dirty="0" sz="1450" spc="95">
                <a:latin typeface="Lucida Sans Unicode"/>
                <a:cs typeface="Lucida Sans Unicode"/>
              </a:rPr>
              <a:t> </a:t>
            </a:r>
            <a:r>
              <a:rPr dirty="0" sz="1450" spc="-10">
                <a:latin typeface="Lucida Sans Unicode"/>
                <a:cs typeface="Lucida Sans Unicode"/>
              </a:rPr>
              <a:t>planning.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-6"/>
            <a:ext cx="18288000" cy="10287635"/>
            <a:chOff x="0" y="-6"/>
            <a:chExt cx="18288000" cy="10287635"/>
          </a:xfrm>
        </p:grpSpPr>
        <p:sp>
          <p:nvSpPr>
            <p:cNvPr id="3" name="object 3" descr=""/>
            <p:cNvSpPr/>
            <p:nvPr/>
          </p:nvSpPr>
          <p:spPr>
            <a:xfrm>
              <a:off x="626805" y="725069"/>
              <a:ext cx="17030700" cy="8836025"/>
            </a:xfrm>
            <a:custGeom>
              <a:avLst/>
              <a:gdLst/>
              <a:ahLst/>
              <a:cxnLst/>
              <a:rect l="l" t="t" r="r" b="b"/>
              <a:pathLst>
                <a:path w="17030700" h="8836025">
                  <a:moveTo>
                    <a:pt x="1905060" y="85725"/>
                  </a:moveTo>
                  <a:lnTo>
                    <a:pt x="1390710" y="85725"/>
                  </a:lnTo>
                  <a:lnTo>
                    <a:pt x="1390710" y="0"/>
                  </a:lnTo>
                  <a:lnTo>
                    <a:pt x="1905060" y="0"/>
                  </a:lnTo>
                  <a:lnTo>
                    <a:pt x="1905060" y="85725"/>
                  </a:lnTo>
                  <a:close/>
                </a:path>
                <a:path w="17030700" h="8836025">
                  <a:moveTo>
                    <a:pt x="2505135" y="85725"/>
                  </a:moveTo>
                  <a:lnTo>
                    <a:pt x="1990785" y="85725"/>
                  </a:lnTo>
                  <a:lnTo>
                    <a:pt x="1990785" y="0"/>
                  </a:lnTo>
                  <a:lnTo>
                    <a:pt x="2505135" y="0"/>
                  </a:lnTo>
                  <a:lnTo>
                    <a:pt x="2505135" y="85725"/>
                  </a:lnTo>
                  <a:close/>
                </a:path>
                <a:path w="17030700" h="8836025">
                  <a:moveTo>
                    <a:pt x="3105210" y="85725"/>
                  </a:moveTo>
                  <a:lnTo>
                    <a:pt x="2590860" y="85725"/>
                  </a:lnTo>
                  <a:lnTo>
                    <a:pt x="2590860" y="0"/>
                  </a:lnTo>
                  <a:lnTo>
                    <a:pt x="3105210" y="0"/>
                  </a:lnTo>
                  <a:lnTo>
                    <a:pt x="3105210" y="85725"/>
                  </a:lnTo>
                  <a:close/>
                </a:path>
                <a:path w="17030700" h="8836025">
                  <a:moveTo>
                    <a:pt x="3705285" y="85725"/>
                  </a:moveTo>
                  <a:lnTo>
                    <a:pt x="3190935" y="85725"/>
                  </a:lnTo>
                  <a:lnTo>
                    <a:pt x="3190935" y="0"/>
                  </a:lnTo>
                  <a:lnTo>
                    <a:pt x="3705285" y="0"/>
                  </a:lnTo>
                  <a:lnTo>
                    <a:pt x="3705285" y="85725"/>
                  </a:lnTo>
                  <a:close/>
                </a:path>
                <a:path w="17030700" h="8836025">
                  <a:moveTo>
                    <a:pt x="4305360" y="85725"/>
                  </a:moveTo>
                  <a:lnTo>
                    <a:pt x="3791010" y="85725"/>
                  </a:lnTo>
                  <a:lnTo>
                    <a:pt x="3791010" y="0"/>
                  </a:lnTo>
                  <a:lnTo>
                    <a:pt x="4305360" y="0"/>
                  </a:lnTo>
                  <a:lnTo>
                    <a:pt x="4305360" y="85725"/>
                  </a:lnTo>
                  <a:close/>
                </a:path>
                <a:path w="17030700" h="8836025">
                  <a:moveTo>
                    <a:pt x="4905435" y="85725"/>
                  </a:moveTo>
                  <a:lnTo>
                    <a:pt x="4391085" y="85725"/>
                  </a:lnTo>
                  <a:lnTo>
                    <a:pt x="4391085" y="0"/>
                  </a:lnTo>
                  <a:lnTo>
                    <a:pt x="4905435" y="0"/>
                  </a:lnTo>
                  <a:lnTo>
                    <a:pt x="4905435" y="85725"/>
                  </a:lnTo>
                  <a:close/>
                </a:path>
                <a:path w="17030700" h="8836025">
                  <a:moveTo>
                    <a:pt x="5505510" y="85725"/>
                  </a:moveTo>
                  <a:lnTo>
                    <a:pt x="4991160" y="85725"/>
                  </a:lnTo>
                  <a:lnTo>
                    <a:pt x="4991160" y="0"/>
                  </a:lnTo>
                  <a:lnTo>
                    <a:pt x="5505510" y="0"/>
                  </a:lnTo>
                  <a:lnTo>
                    <a:pt x="5505510" y="85725"/>
                  </a:lnTo>
                  <a:close/>
                </a:path>
                <a:path w="17030700" h="8836025">
                  <a:moveTo>
                    <a:pt x="6105585" y="85725"/>
                  </a:moveTo>
                  <a:lnTo>
                    <a:pt x="5591235" y="85725"/>
                  </a:lnTo>
                  <a:lnTo>
                    <a:pt x="5591235" y="0"/>
                  </a:lnTo>
                  <a:lnTo>
                    <a:pt x="6105585" y="0"/>
                  </a:lnTo>
                  <a:lnTo>
                    <a:pt x="6105585" y="85725"/>
                  </a:lnTo>
                  <a:close/>
                </a:path>
                <a:path w="17030700" h="8836025">
                  <a:moveTo>
                    <a:pt x="6705660" y="85725"/>
                  </a:moveTo>
                  <a:lnTo>
                    <a:pt x="6191310" y="85725"/>
                  </a:lnTo>
                  <a:lnTo>
                    <a:pt x="6191310" y="0"/>
                  </a:lnTo>
                  <a:lnTo>
                    <a:pt x="6705660" y="0"/>
                  </a:lnTo>
                  <a:lnTo>
                    <a:pt x="6705660" y="85725"/>
                  </a:lnTo>
                  <a:close/>
                </a:path>
                <a:path w="17030700" h="8836025">
                  <a:moveTo>
                    <a:pt x="7305736" y="85725"/>
                  </a:moveTo>
                  <a:lnTo>
                    <a:pt x="6791385" y="85725"/>
                  </a:lnTo>
                  <a:lnTo>
                    <a:pt x="6791385" y="0"/>
                  </a:lnTo>
                  <a:lnTo>
                    <a:pt x="7305736" y="0"/>
                  </a:lnTo>
                  <a:lnTo>
                    <a:pt x="7305736" y="85725"/>
                  </a:lnTo>
                  <a:close/>
                </a:path>
                <a:path w="17030700" h="8836025">
                  <a:moveTo>
                    <a:pt x="7905811" y="85725"/>
                  </a:moveTo>
                  <a:lnTo>
                    <a:pt x="7391461" y="85725"/>
                  </a:lnTo>
                  <a:lnTo>
                    <a:pt x="7391461" y="0"/>
                  </a:lnTo>
                  <a:lnTo>
                    <a:pt x="7905811" y="0"/>
                  </a:lnTo>
                  <a:lnTo>
                    <a:pt x="7905811" y="85725"/>
                  </a:lnTo>
                  <a:close/>
                </a:path>
                <a:path w="17030700" h="8836025">
                  <a:moveTo>
                    <a:pt x="8505886" y="85725"/>
                  </a:moveTo>
                  <a:lnTo>
                    <a:pt x="7991536" y="85725"/>
                  </a:lnTo>
                  <a:lnTo>
                    <a:pt x="7991536" y="0"/>
                  </a:lnTo>
                  <a:lnTo>
                    <a:pt x="8505886" y="0"/>
                  </a:lnTo>
                  <a:lnTo>
                    <a:pt x="8505886" y="85725"/>
                  </a:lnTo>
                  <a:close/>
                </a:path>
                <a:path w="17030700" h="8836025">
                  <a:moveTo>
                    <a:pt x="9105961" y="85725"/>
                  </a:moveTo>
                  <a:lnTo>
                    <a:pt x="8591611" y="85725"/>
                  </a:lnTo>
                  <a:lnTo>
                    <a:pt x="8591611" y="0"/>
                  </a:lnTo>
                  <a:lnTo>
                    <a:pt x="9105961" y="0"/>
                  </a:lnTo>
                  <a:lnTo>
                    <a:pt x="9105961" y="85725"/>
                  </a:lnTo>
                  <a:close/>
                </a:path>
                <a:path w="17030700" h="8836025">
                  <a:moveTo>
                    <a:pt x="9706045" y="85725"/>
                  </a:moveTo>
                  <a:lnTo>
                    <a:pt x="9191686" y="85725"/>
                  </a:lnTo>
                  <a:lnTo>
                    <a:pt x="9191686" y="0"/>
                  </a:lnTo>
                  <a:lnTo>
                    <a:pt x="9706045" y="0"/>
                  </a:lnTo>
                  <a:lnTo>
                    <a:pt x="9706045" y="85725"/>
                  </a:lnTo>
                  <a:close/>
                </a:path>
                <a:path w="17030700" h="8836025">
                  <a:moveTo>
                    <a:pt x="10306120" y="85725"/>
                  </a:moveTo>
                  <a:lnTo>
                    <a:pt x="9791770" y="85725"/>
                  </a:lnTo>
                  <a:lnTo>
                    <a:pt x="9791770" y="0"/>
                  </a:lnTo>
                  <a:lnTo>
                    <a:pt x="10306120" y="0"/>
                  </a:lnTo>
                  <a:lnTo>
                    <a:pt x="10306120" y="85725"/>
                  </a:lnTo>
                  <a:close/>
                </a:path>
                <a:path w="17030700" h="8836025">
                  <a:moveTo>
                    <a:pt x="10906195" y="85725"/>
                  </a:moveTo>
                  <a:lnTo>
                    <a:pt x="10391845" y="85725"/>
                  </a:lnTo>
                  <a:lnTo>
                    <a:pt x="10391845" y="0"/>
                  </a:lnTo>
                  <a:lnTo>
                    <a:pt x="10906195" y="0"/>
                  </a:lnTo>
                  <a:lnTo>
                    <a:pt x="10906195" y="85725"/>
                  </a:lnTo>
                  <a:close/>
                </a:path>
                <a:path w="17030700" h="8836025">
                  <a:moveTo>
                    <a:pt x="11506270" y="85725"/>
                  </a:moveTo>
                  <a:lnTo>
                    <a:pt x="10991920" y="85725"/>
                  </a:lnTo>
                  <a:lnTo>
                    <a:pt x="10991920" y="0"/>
                  </a:lnTo>
                  <a:lnTo>
                    <a:pt x="11506270" y="0"/>
                  </a:lnTo>
                  <a:lnTo>
                    <a:pt x="11506270" y="85725"/>
                  </a:lnTo>
                  <a:close/>
                </a:path>
                <a:path w="17030700" h="8836025">
                  <a:moveTo>
                    <a:pt x="12106345" y="85725"/>
                  </a:moveTo>
                  <a:lnTo>
                    <a:pt x="11591995" y="85725"/>
                  </a:lnTo>
                  <a:lnTo>
                    <a:pt x="11591995" y="0"/>
                  </a:lnTo>
                  <a:lnTo>
                    <a:pt x="12106345" y="0"/>
                  </a:lnTo>
                  <a:lnTo>
                    <a:pt x="12106345" y="85725"/>
                  </a:lnTo>
                  <a:close/>
                </a:path>
                <a:path w="17030700" h="8836025">
                  <a:moveTo>
                    <a:pt x="12706420" y="85725"/>
                  </a:moveTo>
                  <a:lnTo>
                    <a:pt x="12192070" y="85725"/>
                  </a:lnTo>
                  <a:lnTo>
                    <a:pt x="12192070" y="0"/>
                  </a:lnTo>
                  <a:lnTo>
                    <a:pt x="12706420" y="0"/>
                  </a:lnTo>
                  <a:lnTo>
                    <a:pt x="12706420" y="85725"/>
                  </a:lnTo>
                  <a:close/>
                </a:path>
                <a:path w="17030700" h="8836025">
                  <a:moveTo>
                    <a:pt x="13306495" y="85725"/>
                  </a:moveTo>
                  <a:lnTo>
                    <a:pt x="12792145" y="85725"/>
                  </a:lnTo>
                  <a:lnTo>
                    <a:pt x="12792145" y="0"/>
                  </a:lnTo>
                  <a:lnTo>
                    <a:pt x="13306495" y="0"/>
                  </a:lnTo>
                  <a:lnTo>
                    <a:pt x="13306495" y="85725"/>
                  </a:lnTo>
                  <a:close/>
                </a:path>
                <a:path w="17030700" h="8836025">
                  <a:moveTo>
                    <a:pt x="13906570" y="85725"/>
                  </a:moveTo>
                  <a:lnTo>
                    <a:pt x="13392220" y="85725"/>
                  </a:lnTo>
                  <a:lnTo>
                    <a:pt x="13392220" y="0"/>
                  </a:lnTo>
                  <a:lnTo>
                    <a:pt x="13906570" y="0"/>
                  </a:lnTo>
                  <a:lnTo>
                    <a:pt x="13906570" y="85725"/>
                  </a:lnTo>
                  <a:close/>
                </a:path>
                <a:path w="17030700" h="8836025">
                  <a:moveTo>
                    <a:pt x="14506645" y="85725"/>
                  </a:moveTo>
                  <a:lnTo>
                    <a:pt x="13992295" y="85725"/>
                  </a:lnTo>
                  <a:lnTo>
                    <a:pt x="13992295" y="0"/>
                  </a:lnTo>
                  <a:lnTo>
                    <a:pt x="14506645" y="0"/>
                  </a:lnTo>
                  <a:lnTo>
                    <a:pt x="14506645" y="85725"/>
                  </a:lnTo>
                  <a:close/>
                </a:path>
                <a:path w="17030700" h="8836025">
                  <a:moveTo>
                    <a:pt x="15106721" y="85725"/>
                  </a:moveTo>
                  <a:lnTo>
                    <a:pt x="14592370" y="85725"/>
                  </a:lnTo>
                  <a:lnTo>
                    <a:pt x="14592370" y="0"/>
                  </a:lnTo>
                  <a:lnTo>
                    <a:pt x="15106721" y="0"/>
                  </a:lnTo>
                  <a:lnTo>
                    <a:pt x="15106721" y="85725"/>
                  </a:lnTo>
                  <a:close/>
                </a:path>
                <a:path w="17030700" h="8836025">
                  <a:moveTo>
                    <a:pt x="15706796" y="85725"/>
                  </a:moveTo>
                  <a:lnTo>
                    <a:pt x="15192446" y="85725"/>
                  </a:lnTo>
                  <a:lnTo>
                    <a:pt x="15192446" y="0"/>
                  </a:lnTo>
                  <a:lnTo>
                    <a:pt x="15706796" y="0"/>
                  </a:lnTo>
                  <a:lnTo>
                    <a:pt x="15706796" y="85725"/>
                  </a:lnTo>
                  <a:close/>
                </a:path>
                <a:path w="17030700" h="8836025">
                  <a:moveTo>
                    <a:pt x="16300203" y="87956"/>
                  </a:moveTo>
                  <a:lnTo>
                    <a:pt x="16286112" y="86980"/>
                  </a:lnTo>
                  <a:lnTo>
                    <a:pt x="16271985" y="86282"/>
                  </a:lnTo>
                  <a:lnTo>
                    <a:pt x="16257823" y="85864"/>
                  </a:lnTo>
                  <a:lnTo>
                    <a:pt x="16243625" y="85725"/>
                  </a:lnTo>
                  <a:lnTo>
                    <a:pt x="15792521" y="85725"/>
                  </a:lnTo>
                  <a:lnTo>
                    <a:pt x="15792521" y="0"/>
                  </a:lnTo>
                  <a:lnTo>
                    <a:pt x="16243630" y="0"/>
                  </a:lnTo>
                  <a:lnTo>
                    <a:pt x="16291790" y="1442"/>
                  </a:lnTo>
                  <a:lnTo>
                    <a:pt x="16306941" y="2808"/>
                  </a:lnTo>
                  <a:lnTo>
                    <a:pt x="16300380" y="85725"/>
                  </a:lnTo>
                  <a:lnTo>
                    <a:pt x="16300280" y="86980"/>
                  </a:lnTo>
                  <a:lnTo>
                    <a:pt x="16300203" y="87956"/>
                  </a:lnTo>
                  <a:close/>
                </a:path>
                <a:path w="17030700" h="8836025">
                  <a:moveTo>
                    <a:pt x="16768357" y="319964"/>
                  </a:moveTo>
                  <a:lnTo>
                    <a:pt x="16732017" y="282130"/>
                  </a:lnTo>
                  <a:lnTo>
                    <a:pt x="16693863" y="247592"/>
                  </a:lnTo>
                  <a:lnTo>
                    <a:pt x="16653895" y="216349"/>
                  </a:lnTo>
                  <a:lnTo>
                    <a:pt x="16612110" y="188401"/>
                  </a:lnTo>
                  <a:lnTo>
                    <a:pt x="16568510" y="163749"/>
                  </a:lnTo>
                  <a:lnTo>
                    <a:pt x="16523092" y="142392"/>
                  </a:lnTo>
                  <a:lnTo>
                    <a:pt x="16475856" y="124331"/>
                  </a:lnTo>
                  <a:lnTo>
                    <a:pt x="16426801" y="109565"/>
                  </a:lnTo>
                  <a:lnTo>
                    <a:pt x="16375927" y="98095"/>
                  </a:lnTo>
                  <a:lnTo>
                    <a:pt x="16391850" y="14034"/>
                  </a:lnTo>
                  <a:lnTo>
                    <a:pt x="16431360" y="22423"/>
                  </a:lnTo>
                  <a:lnTo>
                    <a:pt x="16475970" y="34691"/>
                  </a:lnTo>
                  <a:lnTo>
                    <a:pt x="16519487" y="49459"/>
                  </a:lnTo>
                  <a:lnTo>
                    <a:pt x="16561827" y="66644"/>
                  </a:lnTo>
                  <a:lnTo>
                    <a:pt x="16602908" y="86163"/>
                  </a:lnTo>
                  <a:lnTo>
                    <a:pt x="16642646" y="107934"/>
                  </a:lnTo>
                  <a:lnTo>
                    <a:pt x="16680960" y="131874"/>
                  </a:lnTo>
                  <a:lnTo>
                    <a:pt x="16717767" y="157900"/>
                  </a:lnTo>
                  <a:lnTo>
                    <a:pt x="16752983" y="185930"/>
                  </a:lnTo>
                  <a:lnTo>
                    <a:pt x="16786526" y="215880"/>
                  </a:lnTo>
                  <a:lnTo>
                    <a:pt x="16818238" y="247592"/>
                  </a:lnTo>
                  <a:lnTo>
                    <a:pt x="16831933" y="262922"/>
                  </a:lnTo>
                  <a:lnTo>
                    <a:pt x="16768357" y="319964"/>
                  </a:lnTo>
                  <a:close/>
                </a:path>
                <a:path w="17030700" h="8836025">
                  <a:moveTo>
                    <a:pt x="17030700" y="813151"/>
                  </a:moveTo>
                  <a:lnTo>
                    <a:pt x="16948475" y="813151"/>
                  </a:lnTo>
                  <a:lnTo>
                    <a:pt x="16948475" y="790562"/>
                  </a:lnTo>
                  <a:lnTo>
                    <a:pt x="16946845" y="740614"/>
                  </a:lnTo>
                  <a:lnTo>
                    <a:pt x="16941954" y="691738"/>
                  </a:lnTo>
                  <a:lnTo>
                    <a:pt x="16933803" y="643933"/>
                  </a:lnTo>
                  <a:lnTo>
                    <a:pt x="16922389" y="597201"/>
                  </a:lnTo>
                  <a:lnTo>
                    <a:pt x="16907712" y="551540"/>
                  </a:lnTo>
                  <a:lnTo>
                    <a:pt x="16889772" y="506951"/>
                  </a:lnTo>
                  <a:lnTo>
                    <a:pt x="16868568" y="463435"/>
                  </a:lnTo>
                  <a:lnTo>
                    <a:pt x="16844098" y="420990"/>
                  </a:lnTo>
                  <a:lnTo>
                    <a:pt x="16816363" y="379617"/>
                  </a:lnTo>
                  <a:lnTo>
                    <a:pt x="16885708" y="329744"/>
                  </a:lnTo>
                  <a:lnTo>
                    <a:pt x="16926258" y="391550"/>
                  </a:lnTo>
                  <a:lnTo>
                    <a:pt x="16948029" y="431288"/>
                  </a:lnTo>
                  <a:lnTo>
                    <a:pt x="16967547" y="472369"/>
                  </a:lnTo>
                  <a:lnTo>
                    <a:pt x="16984732" y="514709"/>
                  </a:lnTo>
                  <a:lnTo>
                    <a:pt x="16999500" y="558225"/>
                  </a:lnTo>
                  <a:lnTo>
                    <a:pt x="17011768" y="602836"/>
                  </a:lnTo>
                  <a:lnTo>
                    <a:pt x="17021454" y="648457"/>
                  </a:lnTo>
                  <a:lnTo>
                    <a:pt x="17028474" y="695007"/>
                  </a:lnTo>
                  <a:lnTo>
                    <a:pt x="17030700" y="719696"/>
                  </a:lnTo>
                  <a:lnTo>
                    <a:pt x="17030700" y="813151"/>
                  </a:lnTo>
                  <a:close/>
                </a:path>
                <a:path w="17030700" h="8836025">
                  <a:moveTo>
                    <a:pt x="17030700" y="1413224"/>
                  </a:moveTo>
                  <a:lnTo>
                    <a:pt x="16948475" y="1413224"/>
                  </a:lnTo>
                  <a:lnTo>
                    <a:pt x="16948475" y="898876"/>
                  </a:lnTo>
                  <a:lnTo>
                    <a:pt x="17030700" y="898876"/>
                  </a:lnTo>
                  <a:lnTo>
                    <a:pt x="17030700" y="1413224"/>
                  </a:lnTo>
                  <a:close/>
                </a:path>
                <a:path w="17030700" h="8836025">
                  <a:moveTo>
                    <a:pt x="17030700" y="2013299"/>
                  </a:moveTo>
                  <a:lnTo>
                    <a:pt x="16948475" y="2013299"/>
                  </a:lnTo>
                  <a:lnTo>
                    <a:pt x="16948475" y="1498949"/>
                  </a:lnTo>
                  <a:lnTo>
                    <a:pt x="17030700" y="1498949"/>
                  </a:lnTo>
                  <a:lnTo>
                    <a:pt x="17030700" y="2013299"/>
                  </a:lnTo>
                  <a:close/>
                </a:path>
                <a:path w="17030700" h="8836025">
                  <a:moveTo>
                    <a:pt x="17030700" y="2613374"/>
                  </a:moveTo>
                  <a:lnTo>
                    <a:pt x="16948475" y="2613374"/>
                  </a:lnTo>
                  <a:lnTo>
                    <a:pt x="16948475" y="2099024"/>
                  </a:lnTo>
                  <a:lnTo>
                    <a:pt x="17030700" y="2099024"/>
                  </a:lnTo>
                  <a:lnTo>
                    <a:pt x="17030700" y="2613374"/>
                  </a:lnTo>
                  <a:close/>
                </a:path>
                <a:path w="17030700" h="8836025">
                  <a:moveTo>
                    <a:pt x="17030700" y="3213449"/>
                  </a:moveTo>
                  <a:lnTo>
                    <a:pt x="16948475" y="3213449"/>
                  </a:lnTo>
                  <a:lnTo>
                    <a:pt x="16948475" y="2699099"/>
                  </a:lnTo>
                  <a:lnTo>
                    <a:pt x="17030700" y="2699099"/>
                  </a:lnTo>
                  <a:lnTo>
                    <a:pt x="17030700" y="3213449"/>
                  </a:lnTo>
                  <a:close/>
                </a:path>
                <a:path w="17030700" h="8836025">
                  <a:moveTo>
                    <a:pt x="17030700" y="3813524"/>
                  </a:moveTo>
                  <a:lnTo>
                    <a:pt x="16948475" y="3813524"/>
                  </a:lnTo>
                  <a:lnTo>
                    <a:pt x="16948475" y="3299174"/>
                  </a:lnTo>
                  <a:lnTo>
                    <a:pt x="17030700" y="3299174"/>
                  </a:lnTo>
                  <a:lnTo>
                    <a:pt x="17030700" y="3813524"/>
                  </a:lnTo>
                  <a:close/>
                </a:path>
                <a:path w="17030700" h="8836025">
                  <a:moveTo>
                    <a:pt x="17030700" y="4413599"/>
                  </a:moveTo>
                  <a:lnTo>
                    <a:pt x="16948475" y="4413599"/>
                  </a:lnTo>
                  <a:lnTo>
                    <a:pt x="16948475" y="3899249"/>
                  </a:lnTo>
                  <a:lnTo>
                    <a:pt x="17030700" y="3899249"/>
                  </a:lnTo>
                  <a:lnTo>
                    <a:pt x="17030700" y="4413599"/>
                  </a:lnTo>
                  <a:close/>
                </a:path>
                <a:path w="17030700" h="8836025">
                  <a:moveTo>
                    <a:pt x="17030700" y="5013674"/>
                  </a:moveTo>
                  <a:lnTo>
                    <a:pt x="16948475" y="5013674"/>
                  </a:lnTo>
                  <a:lnTo>
                    <a:pt x="16948475" y="4499324"/>
                  </a:lnTo>
                  <a:lnTo>
                    <a:pt x="17030700" y="4499324"/>
                  </a:lnTo>
                  <a:lnTo>
                    <a:pt x="17030700" y="5013674"/>
                  </a:lnTo>
                  <a:close/>
                </a:path>
                <a:path w="17030700" h="8836025">
                  <a:moveTo>
                    <a:pt x="17030700" y="5613749"/>
                  </a:moveTo>
                  <a:lnTo>
                    <a:pt x="16948475" y="5613749"/>
                  </a:lnTo>
                  <a:lnTo>
                    <a:pt x="16948475" y="5099399"/>
                  </a:lnTo>
                  <a:lnTo>
                    <a:pt x="17030700" y="5099399"/>
                  </a:lnTo>
                  <a:lnTo>
                    <a:pt x="17030700" y="5613749"/>
                  </a:lnTo>
                  <a:close/>
                </a:path>
                <a:path w="17030700" h="8836025">
                  <a:moveTo>
                    <a:pt x="17030700" y="6213824"/>
                  </a:moveTo>
                  <a:lnTo>
                    <a:pt x="16948475" y="6213824"/>
                  </a:lnTo>
                  <a:lnTo>
                    <a:pt x="16948475" y="5699474"/>
                  </a:lnTo>
                  <a:lnTo>
                    <a:pt x="17030700" y="5699474"/>
                  </a:lnTo>
                  <a:lnTo>
                    <a:pt x="17030700" y="6213824"/>
                  </a:lnTo>
                  <a:close/>
                </a:path>
                <a:path w="17030700" h="8836025">
                  <a:moveTo>
                    <a:pt x="17030700" y="6813899"/>
                  </a:moveTo>
                  <a:lnTo>
                    <a:pt x="16948475" y="6813899"/>
                  </a:lnTo>
                  <a:lnTo>
                    <a:pt x="16948475" y="6299549"/>
                  </a:lnTo>
                  <a:lnTo>
                    <a:pt x="17030700" y="6299549"/>
                  </a:lnTo>
                  <a:lnTo>
                    <a:pt x="17030700" y="6813899"/>
                  </a:lnTo>
                  <a:close/>
                </a:path>
                <a:path w="17030700" h="8836025">
                  <a:moveTo>
                    <a:pt x="17030700" y="7413974"/>
                  </a:moveTo>
                  <a:lnTo>
                    <a:pt x="16948475" y="7413974"/>
                  </a:lnTo>
                  <a:lnTo>
                    <a:pt x="16948475" y="6899624"/>
                  </a:lnTo>
                  <a:lnTo>
                    <a:pt x="17030700" y="6899624"/>
                  </a:lnTo>
                  <a:lnTo>
                    <a:pt x="17030700" y="7413974"/>
                  </a:lnTo>
                  <a:close/>
                </a:path>
                <a:path w="17030700" h="8836025">
                  <a:moveTo>
                    <a:pt x="17030700" y="8014049"/>
                  </a:moveTo>
                  <a:lnTo>
                    <a:pt x="16948475" y="8014049"/>
                  </a:lnTo>
                  <a:lnTo>
                    <a:pt x="16948475" y="7499699"/>
                  </a:lnTo>
                  <a:lnTo>
                    <a:pt x="17030700" y="7499699"/>
                  </a:lnTo>
                  <a:lnTo>
                    <a:pt x="17030700" y="8014049"/>
                  </a:lnTo>
                  <a:close/>
                </a:path>
                <a:path w="17030700" h="8836025">
                  <a:moveTo>
                    <a:pt x="16837737" y="8566509"/>
                  </a:moveTo>
                  <a:lnTo>
                    <a:pt x="16773500" y="8510130"/>
                  </a:lnTo>
                  <a:lnTo>
                    <a:pt x="16806683" y="8469643"/>
                  </a:lnTo>
                  <a:lnTo>
                    <a:pt x="16836382" y="8427722"/>
                  </a:lnTo>
                  <a:lnTo>
                    <a:pt x="16862598" y="8384366"/>
                  </a:lnTo>
                  <a:lnTo>
                    <a:pt x="16885334" y="8339576"/>
                  </a:lnTo>
                  <a:lnTo>
                    <a:pt x="16904590" y="8293352"/>
                  </a:lnTo>
                  <a:lnTo>
                    <a:pt x="16920369" y="8245694"/>
                  </a:lnTo>
                  <a:lnTo>
                    <a:pt x="16932672" y="8196602"/>
                  </a:lnTo>
                  <a:lnTo>
                    <a:pt x="16941500" y="8146076"/>
                  </a:lnTo>
                  <a:lnTo>
                    <a:pt x="16946855" y="8094116"/>
                  </a:lnTo>
                  <a:lnTo>
                    <a:pt x="17030700" y="8099834"/>
                  </a:lnTo>
                  <a:lnTo>
                    <a:pt x="17030700" y="8116234"/>
                  </a:lnTo>
                  <a:lnTo>
                    <a:pt x="17028474" y="8140923"/>
                  </a:lnTo>
                  <a:lnTo>
                    <a:pt x="17021454" y="8187474"/>
                  </a:lnTo>
                  <a:lnTo>
                    <a:pt x="17011768" y="8233096"/>
                  </a:lnTo>
                  <a:lnTo>
                    <a:pt x="16999500" y="8277707"/>
                  </a:lnTo>
                  <a:lnTo>
                    <a:pt x="16984732" y="8321223"/>
                  </a:lnTo>
                  <a:lnTo>
                    <a:pt x="16967547" y="8363563"/>
                  </a:lnTo>
                  <a:lnTo>
                    <a:pt x="16948029" y="8404644"/>
                  </a:lnTo>
                  <a:lnTo>
                    <a:pt x="16926258" y="8444382"/>
                  </a:lnTo>
                  <a:lnTo>
                    <a:pt x="16902319" y="8482696"/>
                  </a:lnTo>
                  <a:lnTo>
                    <a:pt x="16876293" y="8519503"/>
                  </a:lnTo>
                  <a:lnTo>
                    <a:pt x="16848264" y="8554719"/>
                  </a:lnTo>
                  <a:lnTo>
                    <a:pt x="16837737" y="8566509"/>
                  </a:lnTo>
                  <a:close/>
                </a:path>
                <a:path w="17030700" h="8836025">
                  <a:moveTo>
                    <a:pt x="16315601" y="8832337"/>
                  </a:moveTo>
                  <a:lnTo>
                    <a:pt x="16307918" y="8747312"/>
                  </a:lnTo>
                  <a:lnTo>
                    <a:pt x="16359716" y="8740843"/>
                  </a:lnTo>
                  <a:lnTo>
                    <a:pt x="16410017" y="8730922"/>
                  </a:lnTo>
                  <a:lnTo>
                    <a:pt x="16458819" y="8717549"/>
                  </a:lnTo>
                  <a:lnTo>
                    <a:pt x="16506120" y="8700724"/>
                  </a:lnTo>
                  <a:lnTo>
                    <a:pt x="16551920" y="8680447"/>
                  </a:lnTo>
                  <a:lnTo>
                    <a:pt x="16596215" y="8656718"/>
                  </a:lnTo>
                  <a:lnTo>
                    <a:pt x="16639006" y="8629536"/>
                  </a:lnTo>
                  <a:lnTo>
                    <a:pt x="16680290" y="8598901"/>
                  </a:lnTo>
                  <a:lnTo>
                    <a:pt x="16720065" y="8564813"/>
                  </a:lnTo>
                  <a:lnTo>
                    <a:pt x="16777857" y="8627791"/>
                  </a:lnTo>
                  <a:lnTo>
                    <a:pt x="16717767" y="8678029"/>
                  </a:lnTo>
                  <a:lnTo>
                    <a:pt x="16680960" y="8704055"/>
                  </a:lnTo>
                  <a:lnTo>
                    <a:pt x="16642646" y="8727994"/>
                  </a:lnTo>
                  <a:lnTo>
                    <a:pt x="16602908" y="8749765"/>
                  </a:lnTo>
                  <a:lnTo>
                    <a:pt x="16561827" y="8769284"/>
                  </a:lnTo>
                  <a:lnTo>
                    <a:pt x="16519487" y="8786468"/>
                  </a:lnTo>
                  <a:lnTo>
                    <a:pt x="16475970" y="8801236"/>
                  </a:lnTo>
                  <a:lnTo>
                    <a:pt x="16431360" y="8813504"/>
                  </a:lnTo>
                  <a:lnTo>
                    <a:pt x="16385738" y="8823190"/>
                  </a:lnTo>
                  <a:lnTo>
                    <a:pt x="16339187" y="8830210"/>
                  </a:lnTo>
                  <a:lnTo>
                    <a:pt x="16315601" y="8832337"/>
                  </a:lnTo>
                  <a:close/>
                </a:path>
                <a:path w="17030700" h="8836025">
                  <a:moveTo>
                    <a:pt x="16229813" y="8835926"/>
                  </a:moveTo>
                  <a:lnTo>
                    <a:pt x="15715463" y="8835926"/>
                  </a:lnTo>
                  <a:lnTo>
                    <a:pt x="15715463" y="8750198"/>
                  </a:lnTo>
                  <a:lnTo>
                    <a:pt x="16229813" y="8750198"/>
                  </a:lnTo>
                  <a:lnTo>
                    <a:pt x="16229813" y="8835926"/>
                  </a:lnTo>
                  <a:close/>
                </a:path>
                <a:path w="17030700" h="8836025">
                  <a:moveTo>
                    <a:pt x="15629738" y="8835926"/>
                  </a:moveTo>
                  <a:lnTo>
                    <a:pt x="15115388" y="8835926"/>
                  </a:lnTo>
                  <a:lnTo>
                    <a:pt x="15115388" y="8750198"/>
                  </a:lnTo>
                  <a:lnTo>
                    <a:pt x="15629738" y="8750198"/>
                  </a:lnTo>
                  <a:lnTo>
                    <a:pt x="15629738" y="8835926"/>
                  </a:lnTo>
                  <a:close/>
                </a:path>
                <a:path w="17030700" h="8836025">
                  <a:moveTo>
                    <a:pt x="15029663" y="8835926"/>
                  </a:moveTo>
                  <a:lnTo>
                    <a:pt x="14515313" y="8835926"/>
                  </a:lnTo>
                  <a:lnTo>
                    <a:pt x="14515313" y="8750198"/>
                  </a:lnTo>
                  <a:lnTo>
                    <a:pt x="15029663" y="8750198"/>
                  </a:lnTo>
                  <a:lnTo>
                    <a:pt x="15029663" y="8835926"/>
                  </a:lnTo>
                  <a:close/>
                </a:path>
                <a:path w="17030700" h="8836025">
                  <a:moveTo>
                    <a:pt x="14429588" y="8835926"/>
                  </a:moveTo>
                  <a:lnTo>
                    <a:pt x="13915238" y="8835926"/>
                  </a:lnTo>
                  <a:lnTo>
                    <a:pt x="13915238" y="8750198"/>
                  </a:lnTo>
                  <a:lnTo>
                    <a:pt x="14429588" y="8750198"/>
                  </a:lnTo>
                  <a:lnTo>
                    <a:pt x="14429588" y="8835926"/>
                  </a:lnTo>
                  <a:close/>
                </a:path>
                <a:path w="17030700" h="8836025">
                  <a:moveTo>
                    <a:pt x="13829513" y="8835926"/>
                  </a:moveTo>
                  <a:lnTo>
                    <a:pt x="13315163" y="8835926"/>
                  </a:lnTo>
                  <a:lnTo>
                    <a:pt x="13315163" y="8750198"/>
                  </a:lnTo>
                  <a:lnTo>
                    <a:pt x="13829513" y="8750198"/>
                  </a:lnTo>
                  <a:lnTo>
                    <a:pt x="13829513" y="8835926"/>
                  </a:lnTo>
                  <a:close/>
                </a:path>
                <a:path w="17030700" h="8836025">
                  <a:moveTo>
                    <a:pt x="13229438" y="8835926"/>
                  </a:moveTo>
                  <a:lnTo>
                    <a:pt x="12715088" y="8835926"/>
                  </a:lnTo>
                  <a:lnTo>
                    <a:pt x="12715088" y="8750198"/>
                  </a:lnTo>
                  <a:lnTo>
                    <a:pt x="13229438" y="8750198"/>
                  </a:lnTo>
                  <a:lnTo>
                    <a:pt x="13229438" y="8835926"/>
                  </a:lnTo>
                  <a:close/>
                </a:path>
                <a:path w="17030700" h="8836025">
                  <a:moveTo>
                    <a:pt x="12629363" y="8835926"/>
                  </a:moveTo>
                  <a:lnTo>
                    <a:pt x="12115013" y="8835926"/>
                  </a:lnTo>
                  <a:lnTo>
                    <a:pt x="12115013" y="8750198"/>
                  </a:lnTo>
                  <a:lnTo>
                    <a:pt x="12629363" y="8750198"/>
                  </a:lnTo>
                  <a:lnTo>
                    <a:pt x="12629363" y="8835926"/>
                  </a:lnTo>
                  <a:close/>
                </a:path>
                <a:path w="17030700" h="8836025">
                  <a:moveTo>
                    <a:pt x="12029288" y="8835926"/>
                  </a:moveTo>
                  <a:lnTo>
                    <a:pt x="11514938" y="8835926"/>
                  </a:lnTo>
                  <a:lnTo>
                    <a:pt x="11514938" y="8750198"/>
                  </a:lnTo>
                  <a:lnTo>
                    <a:pt x="12029288" y="8750198"/>
                  </a:lnTo>
                  <a:lnTo>
                    <a:pt x="12029288" y="8835926"/>
                  </a:lnTo>
                  <a:close/>
                </a:path>
                <a:path w="17030700" h="8836025">
                  <a:moveTo>
                    <a:pt x="11429213" y="8835926"/>
                  </a:moveTo>
                  <a:lnTo>
                    <a:pt x="10914863" y="8835926"/>
                  </a:lnTo>
                  <a:lnTo>
                    <a:pt x="10914863" y="8750198"/>
                  </a:lnTo>
                  <a:lnTo>
                    <a:pt x="11429213" y="8750198"/>
                  </a:lnTo>
                  <a:lnTo>
                    <a:pt x="11429213" y="8835926"/>
                  </a:lnTo>
                  <a:close/>
                </a:path>
                <a:path w="17030700" h="8836025">
                  <a:moveTo>
                    <a:pt x="10829138" y="8835926"/>
                  </a:moveTo>
                  <a:lnTo>
                    <a:pt x="10314788" y="8835926"/>
                  </a:lnTo>
                  <a:lnTo>
                    <a:pt x="10314788" y="8750198"/>
                  </a:lnTo>
                  <a:lnTo>
                    <a:pt x="10829138" y="8750198"/>
                  </a:lnTo>
                  <a:lnTo>
                    <a:pt x="10829138" y="8835926"/>
                  </a:lnTo>
                  <a:close/>
                </a:path>
                <a:path w="17030700" h="8836025">
                  <a:moveTo>
                    <a:pt x="10229063" y="8835926"/>
                  </a:moveTo>
                  <a:lnTo>
                    <a:pt x="9714713" y="8835926"/>
                  </a:lnTo>
                  <a:lnTo>
                    <a:pt x="9714713" y="8750198"/>
                  </a:lnTo>
                  <a:lnTo>
                    <a:pt x="10229063" y="8750198"/>
                  </a:lnTo>
                  <a:lnTo>
                    <a:pt x="10229063" y="8835926"/>
                  </a:lnTo>
                  <a:close/>
                </a:path>
                <a:path w="17030700" h="8836025">
                  <a:moveTo>
                    <a:pt x="9628988" y="8835926"/>
                  </a:moveTo>
                  <a:lnTo>
                    <a:pt x="9114686" y="8835926"/>
                  </a:lnTo>
                  <a:lnTo>
                    <a:pt x="9114686" y="8750198"/>
                  </a:lnTo>
                  <a:lnTo>
                    <a:pt x="9628988" y="8750198"/>
                  </a:lnTo>
                  <a:lnTo>
                    <a:pt x="9628988" y="8835926"/>
                  </a:lnTo>
                  <a:close/>
                </a:path>
                <a:path w="17030700" h="8836025">
                  <a:moveTo>
                    <a:pt x="9028961" y="8835926"/>
                  </a:moveTo>
                  <a:lnTo>
                    <a:pt x="8514611" y="8835926"/>
                  </a:lnTo>
                  <a:lnTo>
                    <a:pt x="8514611" y="8750198"/>
                  </a:lnTo>
                  <a:lnTo>
                    <a:pt x="9028961" y="8750198"/>
                  </a:lnTo>
                  <a:lnTo>
                    <a:pt x="9028961" y="8835926"/>
                  </a:lnTo>
                  <a:close/>
                </a:path>
                <a:path w="17030700" h="8836025">
                  <a:moveTo>
                    <a:pt x="8428885" y="8835926"/>
                  </a:moveTo>
                  <a:lnTo>
                    <a:pt x="7914535" y="8835926"/>
                  </a:lnTo>
                  <a:lnTo>
                    <a:pt x="7914535" y="8750198"/>
                  </a:lnTo>
                  <a:lnTo>
                    <a:pt x="8428885" y="8750198"/>
                  </a:lnTo>
                  <a:lnTo>
                    <a:pt x="8428885" y="8835926"/>
                  </a:lnTo>
                  <a:close/>
                </a:path>
                <a:path w="17030700" h="8836025">
                  <a:moveTo>
                    <a:pt x="7828810" y="8835926"/>
                  </a:moveTo>
                  <a:lnTo>
                    <a:pt x="7314460" y="8835926"/>
                  </a:lnTo>
                  <a:lnTo>
                    <a:pt x="7314460" y="8750198"/>
                  </a:lnTo>
                  <a:lnTo>
                    <a:pt x="7828810" y="8750198"/>
                  </a:lnTo>
                  <a:lnTo>
                    <a:pt x="7828810" y="8835926"/>
                  </a:lnTo>
                  <a:close/>
                </a:path>
                <a:path w="17030700" h="8836025">
                  <a:moveTo>
                    <a:pt x="7228735" y="8835926"/>
                  </a:moveTo>
                  <a:lnTo>
                    <a:pt x="6714385" y="8835926"/>
                  </a:lnTo>
                  <a:lnTo>
                    <a:pt x="6714385" y="8750198"/>
                  </a:lnTo>
                  <a:lnTo>
                    <a:pt x="7228735" y="8750198"/>
                  </a:lnTo>
                  <a:lnTo>
                    <a:pt x="7228735" y="8835926"/>
                  </a:lnTo>
                  <a:close/>
                </a:path>
                <a:path w="17030700" h="8836025">
                  <a:moveTo>
                    <a:pt x="6628660" y="8835926"/>
                  </a:moveTo>
                  <a:lnTo>
                    <a:pt x="6114310" y="8835926"/>
                  </a:lnTo>
                  <a:lnTo>
                    <a:pt x="6114310" y="8750198"/>
                  </a:lnTo>
                  <a:lnTo>
                    <a:pt x="6628660" y="8750198"/>
                  </a:lnTo>
                  <a:lnTo>
                    <a:pt x="6628660" y="8835926"/>
                  </a:lnTo>
                  <a:close/>
                </a:path>
                <a:path w="17030700" h="8836025">
                  <a:moveTo>
                    <a:pt x="6028585" y="8835926"/>
                  </a:moveTo>
                  <a:lnTo>
                    <a:pt x="5514235" y="8835926"/>
                  </a:lnTo>
                  <a:lnTo>
                    <a:pt x="5514235" y="8750198"/>
                  </a:lnTo>
                  <a:lnTo>
                    <a:pt x="6028585" y="8750198"/>
                  </a:lnTo>
                  <a:lnTo>
                    <a:pt x="6028585" y="8835926"/>
                  </a:lnTo>
                  <a:close/>
                </a:path>
                <a:path w="17030700" h="8836025">
                  <a:moveTo>
                    <a:pt x="5428510" y="8835926"/>
                  </a:moveTo>
                  <a:lnTo>
                    <a:pt x="4914160" y="8835926"/>
                  </a:lnTo>
                  <a:lnTo>
                    <a:pt x="4914160" y="8750198"/>
                  </a:lnTo>
                  <a:lnTo>
                    <a:pt x="5428510" y="8750198"/>
                  </a:lnTo>
                  <a:lnTo>
                    <a:pt x="5428510" y="8835926"/>
                  </a:lnTo>
                  <a:close/>
                </a:path>
                <a:path w="17030700" h="8836025">
                  <a:moveTo>
                    <a:pt x="4828435" y="8835926"/>
                  </a:moveTo>
                  <a:lnTo>
                    <a:pt x="4314085" y="8835926"/>
                  </a:lnTo>
                  <a:lnTo>
                    <a:pt x="4314085" y="8750198"/>
                  </a:lnTo>
                  <a:lnTo>
                    <a:pt x="4828435" y="8750198"/>
                  </a:lnTo>
                  <a:lnTo>
                    <a:pt x="4828435" y="8835926"/>
                  </a:lnTo>
                  <a:close/>
                </a:path>
                <a:path w="17030700" h="8836025">
                  <a:moveTo>
                    <a:pt x="4228360" y="8835926"/>
                  </a:moveTo>
                  <a:lnTo>
                    <a:pt x="3714010" y="8835926"/>
                  </a:lnTo>
                  <a:lnTo>
                    <a:pt x="3714010" y="8750198"/>
                  </a:lnTo>
                  <a:lnTo>
                    <a:pt x="4228360" y="8750198"/>
                  </a:lnTo>
                  <a:lnTo>
                    <a:pt x="4228360" y="8835926"/>
                  </a:lnTo>
                  <a:close/>
                </a:path>
                <a:path w="17030700" h="8836025">
                  <a:moveTo>
                    <a:pt x="3628285" y="8835926"/>
                  </a:moveTo>
                  <a:lnTo>
                    <a:pt x="3113935" y="8835926"/>
                  </a:lnTo>
                  <a:lnTo>
                    <a:pt x="3113935" y="8750198"/>
                  </a:lnTo>
                  <a:lnTo>
                    <a:pt x="3628285" y="8750198"/>
                  </a:lnTo>
                  <a:lnTo>
                    <a:pt x="3628285" y="8835926"/>
                  </a:lnTo>
                  <a:close/>
                </a:path>
                <a:path w="17030700" h="8836025">
                  <a:moveTo>
                    <a:pt x="3028210" y="8835926"/>
                  </a:moveTo>
                  <a:lnTo>
                    <a:pt x="2513860" y="8835926"/>
                  </a:lnTo>
                  <a:lnTo>
                    <a:pt x="2513860" y="8750198"/>
                  </a:lnTo>
                  <a:lnTo>
                    <a:pt x="3028210" y="8750198"/>
                  </a:lnTo>
                  <a:lnTo>
                    <a:pt x="3028210" y="8835926"/>
                  </a:lnTo>
                  <a:close/>
                </a:path>
                <a:path w="17030700" h="8836025">
                  <a:moveTo>
                    <a:pt x="2428135" y="8835926"/>
                  </a:moveTo>
                  <a:lnTo>
                    <a:pt x="1913785" y="8835926"/>
                  </a:lnTo>
                  <a:lnTo>
                    <a:pt x="1913785" y="8750198"/>
                  </a:lnTo>
                  <a:lnTo>
                    <a:pt x="2428135" y="8750198"/>
                  </a:lnTo>
                  <a:lnTo>
                    <a:pt x="2428135" y="8835926"/>
                  </a:lnTo>
                  <a:close/>
                </a:path>
                <a:path w="17030700" h="8836025">
                  <a:moveTo>
                    <a:pt x="1828060" y="8835926"/>
                  </a:moveTo>
                  <a:lnTo>
                    <a:pt x="1313710" y="8835926"/>
                  </a:lnTo>
                  <a:lnTo>
                    <a:pt x="1313710" y="8750198"/>
                  </a:lnTo>
                  <a:lnTo>
                    <a:pt x="1828060" y="8750198"/>
                  </a:lnTo>
                  <a:lnTo>
                    <a:pt x="1828060" y="8835926"/>
                  </a:lnTo>
                  <a:close/>
                </a:path>
                <a:path w="17030700" h="8836025">
                  <a:moveTo>
                    <a:pt x="1227985" y="8835926"/>
                  </a:moveTo>
                  <a:lnTo>
                    <a:pt x="790632" y="8835926"/>
                  </a:lnTo>
                  <a:lnTo>
                    <a:pt x="742474" y="8834484"/>
                  </a:lnTo>
                  <a:lnTo>
                    <a:pt x="713713" y="8831891"/>
                  </a:lnTo>
                  <a:lnTo>
                    <a:pt x="721923" y="8746903"/>
                  </a:lnTo>
                  <a:lnTo>
                    <a:pt x="739030" y="8748346"/>
                  </a:lnTo>
                  <a:lnTo>
                    <a:pt x="756184" y="8749376"/>
                  </a:lnTo>
                  <a:lnTo>
                    <a:pt x="773385" y="8749993"/>
                  </a:lnTo>
                  <a:lnTo>
                    <a:pt x="790632" y="8750198"/>
                  </a:lnTo>
                  <a:lnTo>
                    <a:pt x="1227985" y="8750198"/>
                  </a:lnTo>
                  <a:lnTo>
                    <a:pt x="1227985" y="8835926"/>
                  </a:lnTo>
                  <a:close/>
                </a:path>
                <a:path w="17030700" h="8836025">
                  <a:moveTo>
                    <a:pt x="629022" y="8819048"/>
                  </a:moveTo>
                  <a:lnTo>
                    <a:pt x="558297" y="8801236"/>
                  </a:lnTo>
                  <a:lnTo>
                    <a:pt x="514780" y="8786468"/>
                  </a:lnTo>
                  <a:lnTo>
                    <a:pt x="472440" y="8769284"/>
                  </a:lnTo>
                  <a:lnTo>
                    <a:pt x="431360" y="8749765"/>
                  </a:lnTo>
                  <a:lnTo>
                    <a:pt x="391621" y="8727994"/>
                  </a:lnTo>
                  <a:lnTo>
                    <a:pt x="353307" y="8704055"/>
                  </a:lnTo>
                  <a:lnTo>
                    <a:pt x="316500" y="8678029"/>
                  </a:lnTo>
                  <a:lnTo>
                    <a:pt x="281284" y="8650000"/>
                  </a:lnTo>
                  <a:lnTo>
                    <a:pt x="247740" y="8620051"/>
                  </a:lnTo>
                  <a:lnTo>
                    <a:pt x="215951" y="8588263"/>
                  </a:lnTo>
                  <a:lnTo>
                    <a:pt x="193151" y="8562727"/>
                  </a:lnTo>
                  <a:lnTo>
                    <a:pt x="257761" y="8506730"/>
                  </a:lnTo>
                  <a:lnTo>
                    <a:pt x="293451" y="8545198"/>
                  </a:lnTo>
                  <a:lnTo>
                    <a:pt x="331014" y="8580403"/>
                  </a:lnTo>
                  <a:lnTo>
                    <a:pt x="370450" y="8612343"/>
                  </a:lnTo>
                  <a:lnTo>
                    <a:pt x="411758" y="8641020"/>
                  </a:lnTo>
                  <a:lnTo>
                    <a:pt x="454940" y="8666432"/>
                  </a:lnTo>
                  <a:lnTo>
                    <a:pt x="499995" y="8688581"/>
                  </a:lnTo>
                  <a:lnTo>
                    <a:pt x="546922" y="8707466"/>
                  </a:lnTo>
                  <a:lnTo>
                    <a:pt x="595723" y="8723087"/>
                  </a:lnTo>
                  <a:lnTo>
                    <a:pt x="646396" y="8735444"/>
                  </a:lnTo>
                  <a:lnTo>
                    <a:pt x="629022" y="8819048"/>
                  </a:lnTo>
                  <a:close/>
                </a:path>
                <a:path w="17030700" h="8836025">
                  <a:moveTo>
                    <a:pt x="140572" y="8494897"/>
                  </a:moveTo>
                  <a:lnTo>
                    <a:pt x="108005" y="8444382"/>
                  </a:lnTo>
                  <a:lnTo>
                    <a:pt x="86234" y="8404644"/>
                  </a:lnTo>
                  <a:lnTo>
                    <a:pt x="66715" y="8363563"/>
                  </a:lnTo>
                  <a:lnTo>
                    <a:pt x="49642" y="8321501"/>
                  </a:lnTo>
                  <a:lnTo>
                    <a:pt x="34843" y="8277947"/>
                  </a:lnTo>
                  <a:lnTo>
                    <a:pt x="22578" y="8233406"/>
                  </a:lnTo>
                  <a:lnTo>
                    <a:pt x="22493" y="8233096"/>
                  </a:lnTo>
                  <a:lnTo>
                    <a:pt x="12892" y="8187877"/>
                  </a:lnTo>
                  <a:lnTo>
                    <a:pt x="12807" y="8187474"/>
                  </a:lnTo>
                  <a:lnTo>
                    <a:pt x="5852" y="8141361"/>
                  </a:lnTo>
                  <a:lnTo>
                    <a:pt x="5786" y="8140923"/>
                  </a:lnTo>
                  <a:lnTo>
                    <a:pt x="1542" y="8093858"/>
                  </a:lnTo>
                  <a:lnTo>
                    <a:pt x="1512" y="8093526"/>
                  </a:lnTo>
                  <a:lnTo>
                    <a:pt x="0" y="8045366"/>
                  </a:lnTo>
                  <a:lnTo>
                    <a:pt x="0" y="8008991"/>
                  </a:lnTo>
                  <a:lnTo>
                    <a:pt x="85795" y="8008991"/>
                  </a:lnTo>
                  <a:lnTo>
                    <a:pt x="85795" y="8045366"/>
                  </a:lnTo>
                  <a:lnTo>
                    <a:pt x="87327" y="8093526"/>
                  </a:lnTo>
                  <a:lnTo>
                    <a:pt x="87338" y="8093858"/>
                  </a:lnTo>
                  <a:lnTo>
                    <a:pt x="91925" y="8140923"/>
                  </a:lnTo>
                  <a:lnTo>
                    <a:pt x="91968" y="8141361"/>
                  </a:lnTo>
                  <a:lnTo>
                    <a:pt x="99618" y="8187474"/>
                  </a:lnTo>
                  <a:lnTo>
                    <a:pt x="110415" y="8233096"/>
                  </a:lnTo>
                  <a:lnTo>
                    <a:pt x="124304" y="8277707"/>
                  </a:lnTo>
                  <a:lnTo>
                    <a:pt x="124379" y="8277947"/>
                  </a:lnTo>
                  <a:lnTo>
                    <a:pt x="141247" y="8321223"/>
                  </a:lnTo>
                  <a:lnTo>
                    <a:pt x="141356" y="8321501"/>
                  </a:lnTo>
                  <a:lnTo>
                    <a:pt x="161419" y="8364067"/>
                  </a:lnTo>
                  <a:lnTo>
                    <a:pt x="184569" y="8405646"/>
                  </a:lnTo>
                  <a:lnTo>
                    <a:pt x="210806" y="8446237"/>
                  </a:lnTo>
                  <a:lnTo>
                    <a:pt x="140572" y="8494897"/>
                  </a:lnTo>
                  <a:close/>
                </a:path>
                <a:path w="17030700" h="8836025">
                  <a:moveTo>
                    <a:pt x="85795" y="7923266"/>
                  </a:moveTo>
                  <a:lnTo>
                    <a:pt x="0" y="7923266"/>
                  </a:lnTo>
                  <a:lnTo>
                    <a:pt x="0" y="7408916"/>
                  </a:lnTo>
                  <a:lnTo>
                    <a:pt x="85795" y="7408916"/>
                  </a:lnTo>
                  <a:lnTo>
                    <a:pt x="85795" y="7923266"/>
                  </a:lnTo>
                  <a:close/>
                </a:path>
                <a:path w="17030700" h="8836025">
                  <a:moveTo>
                    <a:pt x="85795" y="7323191"/>
                  </a:moveTo>
                  <a:lnTo>
                    <a:pt x="0" y="7323191"/>
                  </a:lnTo>
                  <a:lnTo>
                    <a:pt x="0" y="6808841"/>
                  </a:lnTo>
                  <a:lnTo>
                    <a:pt x="85795" y="6808841"/>
                  </a:lnTo>
                  <a:lnTo>
                    <a:pt x="85795" y="7323191"/>
                  </a:lnTo>
                  <a:close/>
                </a:path>
                <a:path w="17030700" h="8836025">
                  <a:moveTo>
                    <a:pt x="85795" y="6723116"/>
                  </a:moveTo>
                  <a:lnTo>
                    <a:pt x="0" y="6723116"/>
                  </a:lnTo>
                  <a:lnTo>
                    <a:pt x="0" y="6208766"/>
                  </a:lnTo>
                  <a:lnTo>
                    <a:pt x="85795" y="6208766"/>
                  </a:lnTo>
                  <a:lnTo>
                    <a:pt x="85795" y="6723116"/>
                  </a:lnTo>
                  <a:close/>
                </a:path>
                <a:path w="17030700" h="8836025">
                  <a:moveTo>
                    <a:pt x="85795" y="6123041"/>
                  </a:moveTo>
                  <a:lnTo>
                    <a:pt x="0" y="6123041"/>
                  </a:lnTo>
                  <a:lnTo>
                    <a:pt x="0" y="5608691"/>
                  </a:lnTo>
                  <a:lnTo>
                    <a:pt x="85795" y="5608691"/>
                  </a:lnTo>
                  <a:lnTo>
                    <a:pt x="85795" y="6123041"/>
                  </a:lnTo>
                  <a:close/>
                </a:path>
                <a:path w="17030700" h="8836025">
                  <a:moveTo>
                    <a:pt x="85795" y="5522966"/>
                  </a:moveTo>
                  <a:lnTo>
                    <a:pt x="0" y="5522966"/>
                  </a:lnTo>
                  <a:lnTo>
                    <a:pt x="0" y="5008616"/>
                  </a:lnTo>
                  <a:lnTo>
                    <a:pt x="85795" y="5008616"/>
                  </a:lnTo>
                  <a:lnTo>
                    <a:pt x="85795" y="5522966"/>
                  </a:lnTo>
                  <a:close/>
                </a:path>
                <a:path w="17030700" h="8836025">
                  <a:moveTo>
                    <a:pt x="85795" y="4922891"/>
                  </a:moveTo>
                  <a:lnTo>
                    <a:pt x="0" y="4922891"/>
                  </a:lnTo>
                  <a:lnTo>
                    <a:pt x="0" y="4408541"/>
                  </a:lnTo>
                  <a:lnTo>
                    <a:pt x="85795" y="4408541"/>
                  </a:lnTo>
                  <a:lnTo>
                    <a:pt x="85795" y="4922891"/>
                  </a:lnTo>
                  <a:close/>
                </a:path>
                <a:path w="17030700" h="8836025">
                  <a:moveTo>
                    <a:pt x="85795" y="4322816"/>
                  </a:moveTo>
                  <a:lnTo>
                    <a:pt x="0" y="4322816"/>
                  </a:lnTo>
                  <a:lnTo>
                    <a:pt x="0" y="3808466"/>
                  </a:lnTo>
                  <a:lnTo>
                    <a:pt x="85795" y="3808466"/>
                  </a:lnTo>
                  <a:lnTo>
                    <a:pt x="85795" y="4322816"/>
                  </a:lnTo>
                  <a:close/>
                </a:path>
                <a:path w="17030700" h="8836025">
                  <a:moveTo>
                    <a:pt x="85795" y="3722741"/>
                  </a:moveTo>
                  <a:lnTo>
                    <a:pt x="0" y="3722741"/>
                  </a:lnTo>
                  <a:lnTo>
                    <a:pt x="0" y="3208391"/>
                  </a:lnTo>
                  <a:lnTo>
                    <a:pt x="85795" y="3208391"/>
                  </a:lnTo>
                  <a:lnTo>
                    <a:pt x="85795" y="3722741"/>
                  </a:lnTo>
                  <a:close/>
                </a:path>
                <a:path w="17030700" h="8836025">
                  <a:moveTo>
                    <a:pt x="85795" y="3122666"/>
                  </a:moveTo>
                  <a:lnTo>
                    <a:pt x="0" y="3122666"/>
                  </a:lnTo>
                  <a:lnTo>
                    <a:pt x="0" y="2608316"/>
                  </a:lnTo>
                  <a:lnTo>
                    <a:pt x="85795" y="2608316"/>
                  </a:lnTo>
                  <a:lnTo>
                    <a:pt x="85795" y="3122666"/>
                  </a:lnTo>
                  <a:close/>
                </a:path>
                <a:path w="17030700" h="8836025">
                  <a:moveTo>
                    <a:pt x="85795" y="2522591"/>
                  </a:moveTo>
                  <a:lnTo>
                    <a:pt x="0" y="2522591"/>
                  </a:lnTo>
                  <a:lnTo>
                    <a:pt x="0" y="2008241"/>
                  </a:lnTo>
                  <a:lnTo>
                    <a:pt x="85795" y="2008241"/>
                  </a:lnTo>
                  <a:lnTo>
                    <a:pt x="85795" y="2522591"/>
                  </a:lnTo>
                  <a:close/>
                </a:path>
                <a:path w="17030700" h="8836025">
                  <a:moveTo>
                    <a:pt x="85795" y="1922516"/>
                  </a:moveTo>
                  <a:lnTo>
                    <a:pt x="0" y="1922516"/>
                  </a:lnTo>
                  <a:lnTo>
                    <a:pt x="0" y="1408166"/>
                  </a:lnTo>
                  <a:lnTo>
                    <a:pt x="85795" y="1408166"/>
                  </a:lnTo>
                  <a:lnTo>
                    <a:pt x="85795" y="1922516"/>
                  </a:lnTo>
                  <a:close/>
                </a:path>
                <a:path w="17030700" h="8836025">
                  <a:moveTo>
                    <a:pt x="85795" y="1322441"/>
                  </a:moveTo>
                  <a:lnTo>
                    <a:pt x="0" y="1322441"/>
                  </a:lnTo>
                  <a:lnTo>
                    <a:pt x="0" y="808091"/>
                  </a:lnTo>
                  <a:lnTo>
                    <a:pt x="85795" y="808091"/>
                  </a:lnTo>
                  <a:lnTo>
                    <a:pt x="85795" y="1322441"/>
                  </a:lnTo>
                  <a:close/>
                </a:path>
                <a:path w="17030700" h="8836025">
                  <a:moveTo>
                    <a:pt x="323351" y="262872"/>
                  </a:moveTo>
                  <a:lnTo>
                    <a:pt x="266700" y="198951"/>
                  </a:lnTo>
                  <a:lnTo>
                    <a:pt x="281284" y="185930"/>
                  </a:lnTo>
                  <a:lnTo>
                    <a:pt x="316500" y="157900"/>
                  </a:lnTo>
                  <a:lnTo>
                    <a:pt x="353307" y="131874"/>
                  </a:lnTo>
                  <a:lnTo>
                    <a:pt x="391621" y="107934"/>
                  </a:lnTo>
                  <a:lnTo>
                    <a:pt x="431360" y="86163"/>
                  </a:lnTo>
                  <a:lnTo>
                    <a:pt x="472440" y="66644"/>
                  </a:lnTo>
                  <a:lnTo>
                    <a:pt x="514780" y="49459"/>
                  </a:lnTo>
                  <a:lnTo>
                    <a:pt x="558297" y="34691"/>
                  </a:lnTo>
                  <a:lnTo>
                    <a:pt x="602907" y="22423"/>
                  </a:lnTo>
                  <a:lnTo>
                    <a:pt x="648528" y="12736"/>
                  </a:lnTo>
                  <a:lnTo>
                    <a:pt x="695078" y="5716"/>
                  </a:lnTo>
                  <a:lnTo>
                    <a:pt x="732347" y="2355"/>
                  </a:lnTo>
                  <a:lnTo>
                    <a:pt x="738456" y="86163"/>
                  </a:lnTo>
                  <a:lnTo>
                    <a:pt x="738562" y="87615"/>
                  </a:lnTo>
                  <a:lnTo>
                    <a:pt x="686631" y="93190"/>
                  </a:lnTo>
                  <a:lnTo>
                    <a:pt x="636149" y="102240"/>
                  </a:lnTo>
                  <a:lnTo>
                    <a:pt x="587116" y="114765"/>
                  </a:lnTo>
                  <a:lnTo>
                    <a:pt x="539532" y="130763"/>
                  </a:lnTo>
                  <a:lnTo>
                    <a:pt x="493398" y="150236"/>
                  </a:lnTo>
                  <a:lnTo>
                    <a:pt x="448712" y="173184"/>
                  </a:lnTo>
                  <a:lnTo>
                    <a:pt x="405476" y="199605"/>
                  </a:lnTo>
                  <a:lnTo>
                    <a:pt x="363689" y="229502"/>
                  </a:lnTo>
                  <a:lnTo>
                    <a:pt x="323351" y="262872"/>
                  </a:lnTo>
                  <a:close/>
                </a:path>
                <a:path w="17030700" h="8836025">
                  <a:moveTo>
                    <a:pt x="88388" y="729614"/>
                  </a:moveTo>
                  <a:lnTo>
                    <a:pt x="3321" y="722339"/>
                  </a:lnTo>
                  <a:lnTo>
                    <a:pt x="5786" y="695007"/>
                  </a:lnTo>
                  <a:lnTo>
                    <a:pt x="12807" y="648457"/>
                  </a:lnTo>
                  <a:lnTo>
                    <a:pt x="22493" y="602836"/>
                  </a:lnTo>
                  <a:lnTo>
                    <a:pt x="34761" y="558225"/>
                  </a:lnTo>
                  <a:lnTo>
                    <a:pt x="49529" y="514709"/>
                  </a:lnTo>
                  <a:lnTo>
                    <a:pt x="66715" y="472369"/>
                  </a:lnTo>
                  <a:lnTo>
                    <a:pt x="86234" y="431288"/>
                  </a:lnTo>
                  <a:lnTo>
                    <a:pt x="108005" y="391550"/>
                  </a:lnTo>
                  <a:lnTo>
                    <a:pt x="131945" y="353236"/>
                  </a:lnTo>
                  <a:lnTo>
                    <a:pt x="157971" y="316429"/>
                  </a:lnTo>
                  <a:lnTo>
                    <a:pt x="186001" y="281212"/>
                  </a:lnTo>
                  <a:lnTo>
                    <a:pt x="205707" y="259142"/>
                  </a:lnTo>
                  <a:lnTo>
                    <a:pt x="268927" y="316613"/>
                  </a:lnTo>
                  <a:lnTo>
                    <a:pt x="235034" y="356544"/>
                  </a:lnTo>
                  <a:lnTo>
                    <a:pt x="204599" y="397964"/>
                  </a:lnTo>
                  <a:lnTo>
                    <a:pt x="177622" y="440874"/>
                  </a:lnTo>
                  <a:lnTo>
                    <a:pt x="154104" y="485273"/>
                  </a:lnTo>
                  <a:lnTo>
                    <a:pt x="134044" y="531162"/>
                  </a:lnTo>
                  <a:lnTo>
                    <a:pt x="117443" y="578541"/>
                  </a:lnTo>
                  <a:lnTo>
                    <a:pt x="104300" y="627409"/>
                  </a:lnTo>
                  <a:lnTo>
                    <a:pt x="94615" y="677766"/>
                  </a:lnTo>
                  <a:lnTo>
                    <a:pt x="88388" y="729614"/>
                  </a:lnTo>
                  <a:close/>
                </a:path>
                <a:path w="17030700" h="8836025">
                  <a:moveTo>
                    <a:pt x="1304985" y="85725"/>
                  </a:moveTo>
                  <a:lnTo>
                    <a:pt x="790632" y="85725"/>
                  </a:lnTo>
                  <a:lnTo>
                    <a:pt x="790632" y="0"/>
                  </a:lnTo>
                  <a:lnTo>
                    <a:pt x="1304985" y="0"/>
                  </a:lnTo>
                  <a:lnTo>
                    <a:pt x="1304985" y="85725"/>
                  </a:lnTo>
                  <a:close/>
                </a:path>
              </a:pathLst>
            </a:custGeom>
            <a:solidFill>
              <a:srgbClr val="5940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7258817"/>
              <a:ext cx="2859405" cy="3028315"/>
            </a:xfrm>
            <a:custGeom>
              <a:avLst/>
              <a:gdLst/>
              <a:ahLst/>
              <a:cxnLst/>
              <a:rect l="l" t="t" r="r" b="b"/>
              <a:pathLst>
                <a:path w="2859405" h="3028315">
                  <a:moveTo>
                    <a:pt x="517843" y="3028181"/>
                  </a:moveTo>
                  <a:lnTo>
                    <a:pt x="0" y="2479749"/>
                  </a:lnTo>
                  <a:lnTo>
                    <a:pt x="1" y="0"/>
                  </a:lnTo>
                  <a:lnTo>
                    <a:pt x="2859285" y="3028182"/>
                  </a:lnTo>
                  <a:lnTo>
                    <a:pt x="517843" y="3028181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7342847"/>
              <a:ext cx="2825750" cy="2944495"/>
            </a:xfrm>
            <a:custGeom>
              <a:avLst/>
              <a:gdLst/>
              <a:ahLst/>
              <a:cxnLst/>
              <a:rect l="l" t="t" r="r" b="b"/>
              <a:pathLst>
                <a:path w="2825750" h="2944495">
                  <a:moveTo>
                    <a:pt x="23520" y="707656"/>
                  </a:moveTo>
                  <a:lnTo>
                    <a:pt x="6184" y="707656"/>
                  </a:lnTo>
                  <a:lnTo>
                    <a:pt x="0" y="707656"/>
                  </a:lnTo>
                  <a:lnTo>
                    <a:pt x="0" y="713498"/>
                  </a:lnTo>
                  <a:lnTo>
                    <a:pt x="0" y="729869"/>
                  </a:lnTo>
                  <a:lnTo>
                    <a:pt x="23520" y="707656"/>
                  </a:lnTo>
                  <a:close/>
                </a:path>
                <a:path w="2825750" h="2944495">
                  <a:moveTo>
                    <a:pt x="95681" y="17322"/>
                  </a:moveTo>
                  <a:lnTo>
                    <a:pt x="79336" y="0"/>
                  </a:lnTo>
                  <a:lnTo>
                    <a:pt x="10274" y="65214"/>
                  </a:lnTo>
                  <a:lnTo>
                    <a:pt x="0" y="74917"/>
                  </a:lnTo>
                  <a:lnTo>
                    <a:pt x="0" y="107670"/>
                  </a:lnTo>
                  <a:lnTo>
                    <a:pt x="44945" y="65214"/>
                  </a:lnTo>
                  <a:lnTo>
                    <a:pt x="95681" y="17322"/>
                  </a:lnTo>
                  <a:close/>
                </a:path>
                <a:path w="2825750" h="2944495">
                  <a:moveTo>
                    <a:pt x="2613672" y="2944164"/>
                  </a:moveTo>
                  <a:lnTo>
                    <a:pt x="2393327" y="2710815"/>
                  </a:lnTo>
                  <a:lnTo>
                    <a:pt x="2523172" y="2588209"/>
                  </a:lnTo>
                  <a:lnTo>
                    <a:pt x="2514993" y="2579560"/>
                  </a:lnTo>
                  <a:lnTo>
                    <a:pt x="2498661" y="2562237"/>
                  </a:lnTo>
                  <a:lnTo>
                    <a:pt x="2368816" y="2684843"/>
                  </a:lnTo>
                  <a:lnTo>
                    <a:pt x="2090915" y="2390546"/>
                  </a:lnTo>
                  <a:lnTo>
                    <a:pt x="2220760" y="2267928"/>
                  </a:lnTo>
                  <a:lnTo>
                    <a:pt x="2212581" y="2259292"/>
                  </a:lnTo>
                  <a:lnTo>
                    <a:pt x="2196236" y="2241956"/>
                  </a:lnTo>
                  <a:lnTo>
                    <a:pt x="2066404" y="2364562"/>
                  </a:lnTo>
                  <a:lnTo>
                    <a:pt x="2040432" y="2337092"/>
                  </a:lnTo>
                  <a:lnTo>
                    <a:pt x="2040432" y="2389073"/>
                  </a:lnTo>
                  <a:lnTo>
                    <a:pt x="1753184" y="2660307"/>
                  </a:lnTo>
                  <a:lnTo>
                    <a:pt x="1746123" y="2666974"/>
                  </a:lnTo>
                  <a:lnTo>
                    <a:pt x="1468221" y="2372664"/>
                  </a:lnTo>
                  <a:lnTo>
                    <a:pt x="1762531" y="2094776"/>
                  </a:lnTo>
                  <a:lnTo>
                    <a:pt x="2040432" y="2389073"/>
                  </a:lnTo>
                  <a:lnTo>
                    <a:pt x="2040432" y="2337092"/>
                  </a:lnTo>
                  <a:lnTo>
                    <a:pt x="1788502" y="2070252"/>
                  </a:lnTo>
                  <a:lnTo>
                    <a:pt x="1918347" y="1947646"/>
                  </a:lnTo>
                  <a:lnTo>
                    <a:pt x="1910168" y="1938997"/>
                  </a:lnTo>
                  <a:lnTo>
                    <a:pt x="1893824" y="1921687"/>
                  </a:lnTo>
                  <a:lnTo>
                    <a:pt x="1763991" y="2044280"/>
                  </a:lnTo>
                  <a:lnTo>
                    <a:pt x="1738020" y="2016836"/>
                  </a:lnTo>
                  <a:lnTo>
                    <a:pt x="1738020" y="2068804"/>
                  </a:lnTo>
                  <a:lnTo>
                    <a:pt x="1443710" y="2346693"/>
                  </a:lnTo>
                  <a:lnTo>
                    <a:pt x="1417739" y="2319236"/>
                  </a:lnTo>
                  <a:lnTo>
                    <a:pt x="1417739" y="2371217"/>
                  </a:lnTo>
                  <a:lnTo>
                    <a:pt x="1123429" y="2649105"/>
                  </a:lnTo>
                  <a:lnTo>
                    <a:pt x="845527" y="2354808"/>
                  </a:lnTo>
                  <a:lnTo>
                    <a:pt x="1139837" y="2076907"/>
                  </a:lnTo>
                  <a:lnTo>
                    <a:pt x="1417739" y="2371217"/>
                  </a:lnTo>
                  <a:lnTo>
                    <a:pt x="1417739" y="2319236"/>
                  </a:lnTo>
                  <a:lnTo>
                    <a:pt x="1165796" y="2052408"/>
                  </a:lnTo>
                  <a:lnTo>
                    <a:pt x="1460119" y="1774494"/>
                  </a:lnTo>
                  <a:lnTo>
                    <a:pt x="1738020" y="2068804"/>
                  </a:lnTo>
                  <a:lnTo>
                    <a:pt x="1738020" y="2016836"/>
                  </a:lnTo>
                  <a:lnTo>
                    <a:pt x="1486077" y="1749983"/>
                  </a:lnTo>
                  <a:lnTo>
                    <a:pt x="1615935" y="1627378"/>
                  </a:lnTo>
                  <a:lnTo>
                    <a:pt x="1607756" y="1618716"/>
                  </a:lnTo>
                  <a:lnTo>
                    <a:pt x="1591411" y="1601406"/>
                  </a:lnTo>
                  <a:lnTo>
                    <a:pt x="1461566" y="1724012"/>
                  </a:lnTo>
                  <a:lnTo>
                    <a:pt x="1435595" y="1696504"/>
                  </a:lnTo>
                  <a:lnTo>
                    <a:pt x="1435595" y="1748523"/>
                  </a:lnTo>
                  <a:lnTo>
                    <a:pt x="1142784" y="2025015"/>
                  </a:lnTo>
                  <a:lnTo>
                    <a:pt x="1141285" y="2026424"/>
                  </a:lnTo>
                  <a:lnTo>
                    <a:pt x="1115314" y="1998916"/>
                  </a:lnTo>
                  <a:lnTo>
                    <a:pt x="1115314" y="2050935"/>
                  </a:lnTo>
                  <a:lnTo>
                    <a:pt x="973747" y="2184616"/>
                  </a:lnTo>
                  <a:lnTo>
                    <a:pt x="821016" y="2328837"/>
                  </a:lnTo>
                  <a:lnTo>
                    <a:pt x="795045" y="2301392"/>
                  </a:lnTo>
                  <a:lnTo>
                    <a:pt x="795045" y="2353348"/>
                  </a:lnTo>
                  <a:lnTo>
                    <a:pt x="500735" y="2631249"/>
                  </a:lnTo>
                  <a:lnTo>
                    <a:pt x="222834" y="2336939"/>
                  </a:lnTo>
                  <a:lnTo>
                    <a:pt x="517144" y="2059038"/>
                  </a:lnTo>
                  <a:lnTo>
                    <a:pt x="795045" y="2353348"/>
                  </a:lnTo>
                  <a:lnTo>
                    <a:pt x="795045" y="2301392"/>
                  </a:lnTo>
                  <a:lnTo>
                    <a:pt x="543102" y="2034527"/>
                  </a:lnTo>
                  <a:lnTo>
                    <a:pt x="837412" y="1756638"/>
                  </a:lnTo>
                  <a:lnTo>
                    <a:pt x="976363" y="1903780"/>
                  </a:lnTo>
                  <a:lnTo>
                    <a:pt x="1115314" y="2050935"/>
                  </a:lnTo>
                  <a:lnTo>
                    <a:pt x="1115314" y="1998916"/>
                  </a:lnTo>
                  <a:lnTo>
                    <a:pt x="863384" y="1732114"/>
                  </a:lnTo>
                  <a:lnTo>
                    <a:pt x="1157693" y="1454226"/>
                  </a:lnTo>
                  <a:lnTo>
                    <a:pt x="1435595" y="1748523"/>
                  </a:lnTo>
                  <a:lnTo>
                    <a:pt x="1435595" y="1696504"/>
                  </a:lnTo>
                  <a:lnTo>
                    <a:pt x="1183665" y="1429702"/>
                  </a:lnTo>
                  <a:lnTo>
                    <a:pt x="1313510" y="1307096"/>
                  </a:lnTo>
                  <a:lnTo>
                    <a:pt x="1305331" y="1298448"/>
                  </a:lnTo>
                  <a:lnTo>
                    <a:pt x="1288999" y="1281125"/>
                  </a:lnTo>
                  <a:lnTo>
                    <a:pt x="1159154" y="1403718"/>
                  </a:lnTo>
                  <a:lnTo>
                    <a:pt x="1133182" y="1376222"/>
                  </a:lnTo>
                  <a:lnTo>
                    <a:pt x="1133182" y="1428242"/>
                  </a:lnTo>
                  <a:lnTo>
                    <a:pt x="838873" y="1706130"/>
                  </a:lnTo>
                  <a:lnTo>
                    <a:pt x="812901" y="1678635"/>
                  </a:lnTo>
                  <a:lnTo>
                    <a:pt x="812901" y="1730654"/>
                  </a:lnTo>
                  <a:lnTo>
                    <a:pt x="732104" y="1806943"/>
                  </a:lnTo>
                  <a:lnTo>
                    <a:pt x="518591" y="2008555"/>
                  </a:lnTo>
                  <a:lnTo>
                    <a:pt x="240690" y="1714258"/>
                  </a:lnTo>
                  <a:lnTo>
                    <a:pt x="535000" y="1436357"/>
                  </a:lnTo>
                  <a:lnTo>
                    <a:pt x="812901" y="1730654"/>
                  </a:lnTo>
                  <a:lnTo>
                    <a:pt x="812901" y="1678635"/>
                  </a:lnTo>
                  <a:lnTo>
                    <a:pt x="560971" y="1411833"/>
                  </a:lnTo>
                  <a:lnTo>
                    <a:pt x="855281" y="1133932"/>
                  </a:lnTo>
                  <a:lnTo>
                    <a:pt x="1133182" y="1428242"/>
                  </a:lnTo>
                  <a:lnTo>
                    <a:pt x="1133182" y="1376222"/>
                  </a:lnTo>
                  <a:lnTo>
                    <a:pt x="881253" y="1109421"/>
                  </a:lnTo>
                  <a:lnTo>
                    <a:pt x="1011097" y="986815"/>
                  </a:lnTo>
                  <a:lnTo>
                    <a:pt x="1002919" y="978154"/>
                  </a:lnTo>
                  <a:lnTo>
                    <a:pt x="986574" y="960843"/>
                  </a:lnTo>
                  <a:lnTo>
                    <a:pt x="856742" y="1083437"/>
                  </a:lnTo>
                  <a:lnTo>
                    <a:pt x="830757" y="1055928"/>
                  </a:lnTo>
                  <a:lnTo>
                    <a:pt x="830757" y="1107960"/>
                  </a:lnTo>
                  <a:lnTo>
                    <a:pt x="827074" y="1111453"/>
                  </a:lnTo>
                  <a:lnTo>
                    <a:pt x="536460" y="1385862"/>
                  </a:lnTo>
                  <a:lnTo>
                    <a:pt x="258559" y="1091565"/>
                  </a:lnTo>
                  <a:lnTo>
                    <a:pt x="531749" y="833602"/>
                  </a:lnTo>
                  <a:lnTo>
                    <a:pt x="552869" y="813650"/>
                  </a:lnTo>
                  <a:lnTo>
                    <a:pt x="571715" y="833602"/>
                  </a:lnTo>
                  <a:lnTo>
                    <a:pt x="830757" y="1107960"/>
                  </a:lnTo>
                  <a:lnTo>
                    <a:pt x="830757" y="1055928"/>
                  </a:lnTo>
                  <a:lnTo>
                    <a:pt x="620839" y="833602"/>
                  </a:lnTo>
                  <a:lnTo>
                    <a:pt x="578840" y="789139"/>
                  </a:lnTo>
                  <a:lnTo>
                    <a:pt x="665137" y="707656"/>
                  </a:lnTo>
                  <a:lnTo>
                    <a:pt x="708685" y="666534"/>
                  </a:lnTo>
                  <a:lnTo>
                    <a:pt x="700506" y="657872"/>
                  </a:lnTo>
                  <a:lnTo>
                    <a:pt x="684161" y="640562"/>
                  </a:lnTo>
                  <a:lnTo>
                    <a:pt x="613117" y="707656"/>
                  </a:lnTo>
                  <a:lnTo>
                    <a:pt x="554329" y="763168"/>
                  </a:lnTo>
                  <a:lnTo>
                    <a:pt x="501904" y="707656"/>
                  </a:lnTo>
                  <a:lnTo>
                    <a:pt x="331812" y="527507"/>
                  </a:lnTo>
                  <a:lnTo>
                    <a:pt x="276415" y="468871"/>
                  </a:lnTo>
                  <a:lnTo>
                    <a:pt x="406273" y="346252"/>
                  </a:lnTo>
                  <a:lnTo>
                    <a:pt x="398094" y="337604"/>
                  </a:lnTo>
                  <a:lnTo>
                    <a:pt x="381749" y="320281"/>
                  </a:lnTo>
                  <a:lnTo>
                    <a:pt x="251904" y="442887"/>
                  </a:lnTo>
                  <a:lnTo>
                    <a:pt x="0" y="176085"/>
                  </a:lnTo>
                  <a:lnTo>
                    <a:pt x="0" y="193433"/>
                  </a:lnTo>
                  <a:lnTo>
                    <a:pt x="0" y="228117"/>
                  </a:lnTo>
                  <a:lnTo>
                    <a:pt x="225933" y="467410"/>
                  </a:lnTo>
                  <a:lnTo>
                    <a:pt x="162293" y="527507"/>
                  </a:lnTo>
                  <a:lnTo>
                    <a:pt x="0" y="680745"/>
                  </a:lnTo>
                  <a:lnTo>
                    <a:pt x="0" y="707644"/>
                  </a:lnTo>
                  <a:lnTo>
                    <a:pt x="6184" y="707644"/>
                  </a:lnTo>
                  <a:lnTo>
                    <a:pt x="23520" y="707644"/>
                  </a:lnTo>
                  <a:lnTo>
                    <a:pt x="214312" y="527507"/>
                  </a:lnTo>
                  <a:lnTo>
                    <a:pt x="250456" y="493382"/>
                  </a:lnTo>
                  <a:lnTo>
                    <a:pt x="282689" y="527507"/>
                  </a:lnTo>
                  <a:lnTo>
                    <a:pt x="452793" y="707656"/>
                  </a:lnTo>
                  <a:lnTo>
                    <a:pt x="528345" y="787692"/>
                  </a:lnTo>
                  <a:lnTo>
                    <a:pt x="479717" y="833602"/>
                  </a:lnTo>
                  <a:lnTo>
                    <a:pt x="234048" y="1065580"/>
                  </a:lnTo>
                  <a:lnTo>
                    <a:pt x="15011" y="833602"/>
                  </a:lnTo>
                  <a:lnTo>
                    <a:pt x="0" y="817702"/>
                  </a:lnTo>
                  <a:lnTo>
                    <a:pt x="0" y="833602"/>
                  </a:lnTo>
                  <a:lnTo>
                    <a:pt x="0" y="835037"/>
                  </a:lnTo>
                  <a:lnTo>
                    <a:pt x="0" y="869721"/>
                  </a:lnTo>
                  <a:lnTo>
                    <a:pt x="208064" y="1090104"/>
                  </a:lnTo>
                  <a:lnTo>
                    <a:pt x="0" y="1286573"/>
                  </a:lnTo>
                  <a:lnTo>
                    <a:pt x="0" y="1319326"/>
                  </a:lnTo>
                  <a:lnTo>
                    <a:pt x="0" y="1335697"/>
                  </a:lnTo>
                  <a:lnTo>
                    <a:pt x="232587" y="1116076"/>
                  </a:lnTo>
                  <a:lnTo>
                    <a:pt x="510489" y="1410373"/>
                  </a:lnTo>
                  <a:lnTo>
                    <a:pt x="216179" y="1688274"/>
                  </a:lnTo>
                  <a:lnTo>
                    <a:pt x="0" y="1459318"/>
                  </a:lnTo>
                  <a:lnTo>
                    <a:pt x="0" y="1476654"/>
                  </a:lnTo>
                  <a:lnTo>
                    <a:pt x="0" y="1511338"/>
                  </a:lnTo>
                  <a:lnTo>
                    <a:pt x="190195" y="1712798"/>
                  </a:lnTo>
                  <a:lnTo>
                    <a:pt x="0" y="1892401"/>
                  </a:lnTo>
                  <a:lnTo>
                    <a:pt x="0" y="1925154"/>
                  </a:lnTo>
                  <a:lnTo>
                    <a:pt x="0" y="1941525"/>
                  </a:lnTo>
                  <a:lnTo>
                    <a:pt x="214718" y="1738769"/>
                  </a:lnTo>
                  <a:lnTo>
                    <a:pt x="492620" y="2033079"/>
                  </a:lnTo>
                  <a:lnTo>
                    <a:pt x="305079" y="2210168"/>
                  </a:lnTo>
                  <a:lnTo>
                    <a:pt x="198323" y="2310968"/>
                  </a:lnTo>
                  <a:lnTo>
                    <a:pt x="0" y="2100935"/>
                  </a:lnTo>
                  <a:lnTo>
                    <a:pt x="0" y="2118271"/>
                  </a:lnTo>
                  <a:lnTo>
                    <a:pt x="0" y="2152954"/>
                  </a:lnTo>
                  <a:lnTo>
                    <a:pt x="172339" y="2335492"/>
                  </a:lnTo>
                  <a:lnTo>
                    <a:pt x="170776" y="2336977"/>
                  </a:lnTo>
                  <a:lnTo>
                    <a:pt x="51168" y="2449906"/>
                  </a:lnTo>
                  <a:lnTo>
                    <a:pt x="67513" y="2467229"/>
                  </a:lnTo>
                  <a:lnTo>
                    <a:pt x="75679" y="2475877"/>
                  </a:lnTo>
                  <a:lnTo>
                    <a:pt x="196862" y="2361463"/>
                  </a:lnTo>
                  <a:lnTo>
                    <a:pt x="474764" y="2655773"/>
                  </a:lnTo>
                  <a:lnTo>
                    <a:pt x="353580" y="2770187"/>
                  </a:lnTo>
                  <a:lnTo>
                    <a:pt x="369925" y="2787510"/>
                  </a:lnTo>
                  <a:lnTo>
                    <a:pt x="378104" y="2796159"/>
                  </a:lnTo>
                  <a:lnTo>
                    <a:pt x="499275" y="2681744"/>
                  </a:lnTo>
                  <a:lnTo>
                    <a:pt x="747064" y="2944152"/>
                  </a:lnTo>
                  <a:lnTo>
                    <a:pt x="779818" y="2944152"/>
                  </a:lnTo>
                  <a:lnTo>
                    <a:pt x="796188" y="2944152"/>
                  </a:lnTo>
                  <a:lnTo>
                    <a:pt x="525246" y="2657221"/>
                  </a:lnTo>
                  <a:lnTo>
                    <a:pt x="819556" y="2379332"/>
                  </a:lnTo>
                  <a:lnTo>
                    <a:pt x="1097445" y="2673629"/>
                  </a:lnTo>
                  <a:lnTo>
                    <a:pt x="810945" y="2944152"/>
                  </a:lnTo>
                  <a:lnTo>
                    <a:pt x="862977" y="2944164"/>
                  </a:lnTo>
                  <a:lnTo>
                    <a:pt x="1121968" y="2699613"/>
                  </a:lnTo>
                  <a:lnTo>
                    <a:pt x="1352892" y="2944164"/>
                  </a:lnTo>
                  <a:lnTo>
                    <a:pt x="1385646" y="2944164"/>
                  </a:lnTo>
                  <a:lnTo>
                    <a:pt x="1402016" y="2944164"/>
                  </a:lnTo>
                  <a:lnTo>
                    <a:pt x="1147940" y="2675090"/>
                  </a:lnTo>
                  <a:lnTo>
                    <a:pt x="1442250" y="2397201"/>
                  </a:lnTo>
                  <a:lnTo>
                    <a:pt x="1720151" y="2691498"/>
                  </a:lnTo>
                  <a:lnTo>
                    <a:pt x="1452562" y="2944164"/>
                  </a:lnTo>
                  <a:lnTo>
                    <a:pt x="1487246" y="2944164"/>
                  </a:lnTo>
                  <a:lnTo>
                    <a:pt x="1504581" y="2944164"/>
                  </a:lnTo>
                  <a:lnTo>
                    <a:pt x="1744662" y="2717469"/>
                  </a:lnTo>
                  <a:lnTo>
                    <a:pt x="1958721" y="2944164"/>
                  </a:lnTo>
                  <a:lnTo>
                    <a:pt x="1991474" y="2944164"/>
                  </a:lnTo>
                  <a:lnTo>
                    <a:pt x="2007844" y="2944164"/>
                  </a:lnTo>
                  <a:lnTo>
                    <a:pt x="1770634" y="2692958"/>
                  </a:lnTo>
                  <a:lnTo>
                    <a:pt x="2064943" y="2415057"/>
                  </a:lnTo>
                  <a:lnTo>
                    <a:pt x="2342845" y="2709354"/>
                  </a:lnTo>
                  <a:lnTo>
                    <a:pt x="2094179" y="2944164"/>
                  </a:lnTo>
                  <a:lnTo>
                    <a:pt x="2128863" y="2944164"/>
                  </a:lnTo>
                  <a:lnTo>
                    <a:pt x="2146198" y="2944164"/>
                  </a:lnTo>
                  <a:lnTo>
                    <a:pt x="2367356" y="2735338"/>
                  </a:lnTo>
                  <a:lnTo>
                    <a:pt x="2564561" y="2944164"/>
                  </a:lnTo>
                  <a:lnTo>
                    <a:pt x="2597302" y="2944164"/>
                  </a:lnTo>
                  <a:lnTo>
                    <a:pt x="2613672" y="2944164"/>
                  </a:lnTo>
                  <a:close/>
                </a:path>
                <a:path w="2825750" h="2944495">
                  <a:moveTo>
                    <a:pt x="2825597" y="2908490"/>
                  </a:moveTo>
                  <a:lnTo>
                    <a:pt x="2817418" y="2899829"/>
                  </a:lnTo>
                  <a:lnTo>
                    <a:pt x="2801074" y="2882519"/>
                  </a:lnTo>
                  <a:lnTo>
                    <a:pt x="2735783" y="2944164"/>
                  </a:lnTo>
                  <a:lnTo>
                    <a:pt x="2770467" y="2944164"/>
                  </a:lnTo>
                  <a:lnTo>
                    <a:pt x="2787815" y="2944164"/>
                  </a:lnTo>
                  <a:lnTo>
                    <a:pt x="2825597" y="2908490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342845"/>
              <a:ext cx="103860" cy="12403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141999" y="-6"/>
              <a:ext cx="4146550" cy="3115310"/>
            </a:xfrm>
            <a:custGeom>
              <a:avLst/>
              <a:gdLst/>
              <a:ahLst/>
              <a:cxnLst/>
              <a:rect l="l" t="t" r="r" b="b"/>
              <a:pathLst>
                <a:path w="4146550" h="3115310">
                  <a:moveTo>
                    <a:pt x="2736584" y="2898240"/>
                  </a:moveTo>
                  <a:lnTo>
                    <a:pt x="0" y="5"/>
                  </a:lnTo>
                  <a:lnTo>
                    <a:pt x="2341429" y="0"/>
                  </a:lnTo>
                  <a:lnTo>
                    <a:pt x="3998871" y="1755347"/>
                  </a:lnTo>
                  <a:lnTo>
                    <a:pt x="4029045" y="1795758"/>
                  </a:lnTo>
                  <a:lnTo>
                    <a:pt x="4060811" y="1834534"/>
                  </a:lnTo>
                  <a:lnTo>
                    <a:pt x="4093823" y="1872132"/>
                  </a:lnTo>
                  <a:lnTo>
                    <a:pt x="4127667" y="1908946"/>
                  </a:lnTo>
                  <a:lnTo>
                    <a:pt x="4146000" y="1928363"/>
                  </a:lnTo>
                  <a:lnTo>
                    <a:pt x="4146000" y="1956039"/>
                  </a:lnTo>
                  <a:lnTo>
                    <a:pt x="4118992" y="1974138"/>
                  </a:lnTo>
                  <a:lnTo>
                    <a:pt x="4070199" y="1986950"/>
                  </a:lnTo>
                  <a:lnTo>
                    <a:pt x="4018704" y="1983893"/>
                  </a:lnTo>
                  <a:lnTo>
                    <a:pt x="3967661" y="1965059"/>
                  </a:lnTo>
                  <a:lnTo>
                    <a:pt x="3980957" y="1983205"/>
                  </a:lnTo>
                  <a:lnTo>
                    <a:pt x="3975951" y="2006353"/>
                  </a:lnTo>
                  <a:lnTo>
                    <a:pt x="3959945" y="2027606"/>
                  </a:lnTo>
                  <a:lnTo>
                    <a:pt x="3940244" y="2040068"/>
                  </a:lnTo>
                  <a:lnTo>
                    <a:pt x="3919800" y="2041719"/>
                  </a:lnTo>
                  <a:lnTo>
                    <a:pt x="3897148" y="2037779"/>
                  </a:lnTo>
                  <a:lnTo>
                    <a:pt x="3872964" y="2032217"/>
                  </a:lnTo>
                  <a:lnTo>
                    <a:pt x="3847923" y="2028998"/>
                  </a:lnTo>
                  <a:lnTo>
                    <a:pt x="3821913" y="2022857"/>
                  </a:lnTo>
                  <a:lnTo>
                    <a:pt x="3796352" y="2028571"/>
                  </a:lnTo>
                  <a:lnTo>
                    <a:pt x="3775298" y="2042311"/>
                  </a:lnTo>
                  <a:lnTo>
                    <a:pt x="3762809" y="2060243"/>
                  </a:lnTo>
                  <a:lnTo>
                    <a:pt x="3759074" y="2066584"/>
                  </a:lnTo>
                  <a:lnTo>
                    <a:pt x="3759261" y="2073827"/>
                  </a:lnTo>
                  <a:lnTo>
                    <a:pt x="3760981" y="2082693"/>
                  </a:lnTo>
                  <a:lnTo>
                    <a:pt x="3761844" y="2093902"/>
                  </a:lnTo>
                  <a:lnTo>
                    <a:pt x="3783467" y="2220849"/>
                  </a:lnTo>
                  <a:lnTo>
                    <a:pt x="3787981" y="2228610"/>
                  </a:lnTo>
                  <a:lnTo>
                    <a:pt x="3789295" y="2237859"/>
                  </a:lnTo>
                  <a:lnTo>
                    <a:pt x="3787453" y="2247018"/>
                  </a:lnTo>
                  <a:lnTo>
                    <a:pt x="3782501" y="2254508"/>
                  </a:lnTo>
                  <a:lnTo>
                    <a:pt x="3757465" y="2274054"/>
                  </a:lnTo>
                  <a:lnTo>
                    <a:pt x="3725038" y="2276019"/>
                  </a:lnTo>
                  <a:lnTo>
                    <a:pt x="3689726" y="2268427"/>
                  </a:lnTo>
                  <a:lnTo>
                    <a:pt x="3656038" y="2259302"/>
                  </a:lnTo>
                  <a:lnTo>
                    <a:pt x="3608597" y="2247902"/>
                  </a:lnTo>
                  <a:lnTo>
                    <a:pt x="3559239" y="2246958"/>
                  </a:lnTo>
                  <a:lnTo>
                    <a:pt x="3512396" y="2257000"/>
                  </a:lnTo>
                  <a:lnTo>
                    <a:pt x="3472498" y="2278560"/>
                  </a:lnTo>
                  <a:lnTo>
                    <a:pt x="3443978" y="2312170"/>
                  </a:lnTo>
                  <a:lnTo>
                    <a:pt x="3419329" y="2364099"/>
                  </a:lnTo>
                  <a:lnTo>
                    <a:pt x="3403939" y="2386817"/>
                  </a:lnTo>
                  <a:lnTo>
                    <a:pt x="3382419" y="2403043"/>
                  </a:lnTo>
                  <a:lnTo>
                    <a:pt x="3363380" y="2406181"/>
                  </a:lnTo>
                  <a:lnTo>
                    <a:pt x="3325484" y="2406147"/>
                  </a:lnTo>
                  <a:lnTo>
                    <a:pt x="3306445" y="2409285"/>
                  </a:lnTo>
                  <a:lnTo>
                    <a:pt x="3278328" y="2430717"/>
                  </a:lnTo>
                  <a:lnTo>
                    <a:pt x="3267970" y="2466081"/>
                  </a:lnTo>
                  <a:lnTo>
                    <a:pt x="3271677" y="2506585"/>
                  </a:lnTo>
                  <a:lnTo>
                    <a:pt x="3285753" y="2543439"/>
                  </a:lnTo>
                  <a:lnTo>
                    <a:pt x="3307642" y="2583149"/>
                  </a:lnTo>
                  <a:lnTo>
                    <a:pt x="3322408" y="2623444"/>
                  </a:lnTo>
                  <a:lnTo>
                    <a:pt x="3326175" y="2661845"/>
                  </a:lnTo>
                  <a:lnTo>
                    <a:pt x="3287066" y="2722739"/>
                  </a:lnTo>
                  <a:lnTo>
                    <a:pt x="3250766" y="2735963"/>
                  </a:lnTo>
                  <a:lnTo>
                    <a:pt x="3209697" y="2740801"/>
                  </a:lnTo>
                  <a:lnTo>
                    <a:pt x="3167392" y="2742509"/>
                  </a:lnTo>
                  <a:lnTo>
                    <a:pt x="3127383" y="2746345"/>
                  </a:lnTo>
                  <a:lnTo>
                    <a:pt x="3093203" y="2757568"/>
                  </a:lnTo>
                  <a:lnTo>
                    <a:pt x="3068382" y="2781433"/>
                  </a:lnTo>
                  <a:lnTo>
                    <a:pt x="3061648" y="2805189"/>
                  </a:lnTo>
                  <a:lnTo>
                    <a:pt x="3064047" y="2849998"/>
                  </a:lnTo>
                  <a:lnTo>
                    <a:pt x="3057312" y="2873755"/>
                  </a:lnTo>
                  <a:lnTo>
                    <a:pt x="3042644" y="2894256"/>
                  </a:lnTo>
                  <a:lnTo>
                    <a:pt x="3025813" y="2907591"/>
                  </a:lnTo>
                  <a:lnTo>
                    <a:pt x="3007539" y="2916146"/>
                  </a:lnTo>
                  <a:lnTo>
                    <a:pt x="2988545" y="2922312"/>
                  </a:lnTo>
                  <a:lnTo>
                    <a:pt x="2980348" y="2928262"/>
                  </a:lnTo>
                  <a:lnTo>
                    <a:pt x="2961555" y="2945750"/>
                  </a:lnTo>
                  <a:lnTo>
                    <a:pt x="2940868" y="2974238"/>
                  </a:lnTo>
                  <a:lnTo>
                    <a:pt x="2926986" y="3013185"/>
                  </a:lnTo>
                  <a:lnTo>
                    <a:pt x="2926381" y="3052645"/>
                  </a:lnTo>
                  <a:lnTo>
                    <a:pt x="2935513" y="3082909"/>
                  </a:lnTo>
                  <a:lnTo>
                    <a:pt x="2948073" y="3103797"/>
                  </a:lnTo>
                  <a:lnTo>
                    <a:pt x="2957749" y="3115128"/>
                  </a:lnTo>
                  <a:lnTo>
                    <a:pt x="2932839" y="3088747"/>
                  </a:lnTo>
                  <a:lnTo>
                    <a:pt x="2896884" y="3051311"/>
                  </a:lnTo>
                  <a:lnTo>
                    <a:pt x="2862672" y="3016604"/>
                  </a:lnTo>
                  <a:lnTo>
                    <a:pt x="2825015" y="2979692"/>
                  </a:lnTo>
                  <a:lnTo>
                    <a:pt x="2783217" y="2940322"/>
                  </a:lnTo>
                  <a:lnTo>
                    <a:pt x="2736584" y="2898240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361173" y="0"/>
              <a:ext cx="3759835" cy="3115310"/>
            </a:xfrm>
            <a:custGeom>
              <a:avLst/>
              <a:gdLst/>
              <a:ahLst/>
              <a:cxnLst/>
              <a:rect l="l" t="t" r="r" b="b"/>
              <a:pathLst>
                <a:path w="3759834" h="3115310">
                  <a:moveTo>
                    <a:pt x="2738551" y="3115119"/>
                  </a:moveTo>
                  <a:lnTo>
                    <a:pt x="2730830" y="3106064"/>
                  </a:lnTo>
                  <a:lnTo>
                    <a:pt x="2730398" y="3106470"/>
                  </a:lnTo>
                  <a:lnTo>
                    <a:pt x="2738551" y="3115119"/>
                  </a:lnTo>
                  <a:close/>
                </a:path>
                <a:path w="3759834" h="3115310">
                  <a:moveTo>
                    <a:pt x="3394494" y="2249119"/>
                  </a:moveTo>
                  <a:lnTo>
                    <a:pt x="3392513" y="2247011"/>
                  </a:lnTo>
                  <a:lnTo>
                    <a:pt x="3376130" y="2247023"/>
                  </a:lnTo>
                  <a:lnTo>
                    <a:pt x="3343389" y="2247023"/>
                  </a:lnTo>
                  <a:lnTo>
                    <a:pt x="3376726" y="2247658"/>
                  </a:lnTo>
                  <a:lnTo>
                    <a:pt x="3389414" y="2247900"/>
                  </a:lnTo>
                  <a:lnTo>
                    <a:pt x="3394494" y="2249119"/>
                  </a:lnTo>
                  <a:close/>
                </a:path>
                <a:path w="3759834" h="3115310">
                  <a:moveTo>
                    <a:pt x="3759428" y="1994001"/>
                  </a:moveTo>
                  <a:lnTo>
                    <a:pt x="3551834" y="1774151"/>
                  </a:lnTo>
                  <a:lnTo>
                    <a:pt x="3681666" y="1651546"/>
                  </a:lnTo>
                  <a:lnTo>
                    <a:pt x="3673500" y="1642897"/>
                  </a:lnTo>
                  <a:lnTo>
                    <a:pt x="3657155" y="1625574"/>
                  </a:lnTo>
                  <a:lnTo>
                    <a:pt x="3566833" y="1710867"/>
                  </a:lnTo>
                  <a:lnTo>
                    <a:pt x="3527323" y="1748167"/>
                  </a:lnTo>
                  <a:lnTo>
                    <a:pt x="3501339" y="1720697"/>
                  </a:lnTo>
                  <a:lnTo>
                    <a:pt x="3501339" y="1772704"/>
                  </a:lnTo>
                  <a:lnTo>
                    <a:pt x="3497656" y="1776183"/>
                  </a:lnTo>
                  <a:lnTo>
                    <a:pt x="3207042" y="2050592"/>
                  </a:lnTo>
                  <a:lnTo>
                    <a:pt x="3181070" y="2023148"/>
                  </a:lnTo>
                  <a:lnTo>
                    <a:pt x="3181070" y="2075103"/>
                  </a:lnTo>
                  <a:lnTo>
                    <a:pt x="2886760" y="2353005"/>
                  </a:lnTo>
                  <a:lnTo>
                    <a:pt x="2860789" y="2325522"/>
                  </a:lnTo>
                  <a:lnTo>
                    <a:pt x="2860789" y="2377529"/>
                  </a:lnTo>
                  <a:lnTo>
                    <a:pt x="2566479" y="2655417"/>
                  </a:lnTo>
                  <a:lnTo>
                    <a:pt x="2288578" y="2361120"/>
                  </a:lnTo>
                  <a:lnTo>
                    <a:pt x="2582888" y="2083219"/>
                  </a:lnTo>
                  <a:lnTo>
                    <a:pt x="2860789" y="2377529"/>
                  </a:lnTo>
                  <a:lnTo>
                    <a:pt x="2860789" y="2325522"/>
                  </a:lnTo>
                  <a:lnTo>
                    <a:pt x="2608859" y="2058695"/>
                  </a:lnTo>
                  <a:lnTo>
                    <a:pt x="2903169" y="1780794"/>
                  </a:lnTo>
                  <a:lnTo>
                    <a:pt x="3181070" y="2075103"/>
                  </a:lnTo>
                  <a:lnTo>
                    <a:pt x="3181070" y="2023148"/>
                  </a:lnTo>
                  <a:lnTo>
                    <a:pt x="2929128" y="1756295"/>
                  </a:lnTo>
                  <a:lnTo>
                    <a:pt x="3223437" y="1478394"/>
                  </a:lnTo>
                  <a:lnTo>
                    <a:pt x="3244888" y="1501101"/>
                  </a:lnTo>
                  <a:lnTo>
                    <a:pt x="3501339" y="1772704"/>
                  </a:lnTo>
                  <a:lnTo>
                    <a:pt x="3501339" y="1720697"/>
                  </a:lnTo>
                  <a:lnTo>
                    <a:pt x="3249409" y="1453870"/>
                  </a:lnTo>
                  <a:lnTo>
                    <a:pt x="3379254" y="1331264"/>
                  </a:lnTo>
                  <a:lnTo>
                    <a:pt x="3371075" y="1322616"/>
                  </a:lnTo>
                  <a:lnTo>
                    <a:pt x="3354730" y="1305306"/>
                  </a:lnTo>
                  <a:lnTo>
                    <a:pt x="3224898" y="1427886"/>
                  </a:lnTo>
                  <a:lnTo>
                    <a:pt x="3198926" y="1400390"/>
                  </a:lnTo>
                  <a:lnTo>
                    <a:pt x="3198926" y="1452410"/>
                  </a:lnTo>
                  <a:lnTo>
                    <a:pt x="3118129" y="1528699"/>
                  </a:lnTo>
                  <a:lnTo>
                    <a:pt x="2904617" y="1730311"/>
                  </a:lnTo>
                  <a:lnTo>
                    <a:pt x="2878645" y="1702828"/>
                  </a:lnTo>
                  <a:lnTo>
                    <a:pt x="2878645" y="1754835"/>
                  </a:lnTo>
                  <a:lnTo>
                    <a:pt x="2691104" y="1931924"/>
                  </a:lnTo>
                  <a:lnTo>
                    <a:pt x="2584348" y="2032723"/>
                  </a:lnTo>
                  <a:lnTo>
                    <a:pt x="2558377" y="2005266"/>
                  </a:lnTo>
                  <a:lnTo>
                    <a:pt x="2558377" y="2057247"/>
                  </a:lnTo>
                  <a:lnTo>
                    <a:pt x="2264067" y="2335136"/>
                  </a:lnTo>
                  <a:lnTo>
                    <a:pt x="1986153" y="2040851"/>
                  </a:lnTo>
                  <a:lnTo>
                    <a:pt x="2280475" y="1762937"/>
                  </a:lnTo>
                  <a:lnTo>
                    <a:pt x="2558377" y="2057247"/>
                  </a:lnTo>
                  <a:lnTo>
                    <a:pt x="2558377" y="2005266"/>
                  </a:lnTo>
                  <a:lnTo>
                    <a:pt x="2306434" y="1738426"/>
                  </a:lnTo>
                  <a:lnTo>
                    <a:pt x="2600744" y="1460525"/>
                  </a:lnTo>
                  <a:lnTo>
                    <a:pt x="2878645" y="1754835"/>
                  </a:lnTo>
                  <a:lnTo>
                    <a:pt x="2878645" y="1702828"/>
                  </a:lnTo>
                  <a:lnTo>
                    <a:pt x="2626715" y="1436014"/>
                  </a:lnTo>
                  <a:lnTo>
                    <a:pt x="2921025" y="1158113"/>
                  </a:lnTo>
                  <a:lnTo>
                    <a:pt x="3198926" y="1452410"/>
                  </a:lnTo>
                  <a:lnTo>
                    <a:pt x="3198926" y="1400390"/>
                  </a:lnTo>
                  <a:lnTo>
                    <a:pt x="2946997" y="1133589"/>
                  </a:lnTo>
                  <a:lnTo>
                    <a:pt x="3076841" y="1010983"/>
                  </a:lnTo>
                  <a:lnTo>
                    <a:pt x="3068663" y="1002334"/>
                  </a:lnTo>
                  <a:lnTo>
                    <a:pt x="3052318" y="985024"/>
                  </a:lnTo>
                  <a:lnTo>
                    <a:pt x="2922486" y="1107617"/>
                  </a:lnTo>
                  <a:lnTo>
                    <a:pt x="2896514" y="1080135"/>
                  </a:lnTo>
                  <a:lnTo>
                    <a:pt x="2896514" y="1132128"/>
                  </a:lnTo>
                  <a:lnTo>
                    <a:pt x="2602204" y="1410030"/>
                  </a:lnTo>
                  <a:lnTo>
                    <a:pt x="2576233" y="1382547"/>
                  </a:lnTo>
                  <a:lnTo>
                    <a:pt x="2576233" y="1434553"/>
                  </a:lnTo>
                  <a:lnTo>
                    <a:pt x="2495435" y="1510842"/>
                  </a:lnTo>
                  <a:lnTo>
                    <a:pt x="2281923" y="1712455"/>
                  </a:lnTo>
                  <a:lnTo>
                    <a:pt x="2255951" y="1684947"/>
                  </a:lnTo>
                  <a:lnTo>
                    <a:pt x="2255951" y="1736966"/>
                  </a:lnTo>
                  <a:lnTo>
                    <a:pt x="1963140" y="2013458"/>
                  </a:lnTo>
                  <a:lnTo>
                    <a:pt x="1961642" y="2014867"/>
                  </a:lnTo>
                  <a:lnTo>
                    <a:pt x="1683740" y="1720557"/>
                  </a:lnTo>
                  <a:lnTo>
                    <a:pt x="1978050" y="1442669"/>
                  </a:lnTo>
                  <a:lnTo>
                    <a:pt x="2255951" y="1736966"/>
                  </a:lnTo>
                  <a:lnTo>
                    <a:pt x="2255951" y="1684947"/>
                  </a:lnTo>
                  <a:lnTo>
                    <a:pt x="2004021" y="1418145"/>
                  </a:lnTo>
                  <a:lnTo>
                    <a:pt x="2298331" y="1140256"/>
                  </a:lnTo>
                  <a:lnTo>
                    <a:pt x="2576233" y="1434553"/>
                  </a:lnTo>
                  <a:lnTo>
                    <a:pt x="2576233" y="1382547"/>
                  </a:lnTo>
                  <a:lnTo>
                    <a:pt x="2324303" y="1115733"/>
                  </a:lnTo>
                  <a:lnTo>
                    <a:pt x="2618613" y="837831"/>
                  </a:lnTo>
                  <a:lnTo>
                    <a:pt x="2896514" y="1132128"/>
                  </a:lnTo>
                  <a:lnTo>
                    <a:pt x="2896514" y="1080135"/>
                  </a:lnTo>
                  <a:lnTo>
                    <a:pt x="2644584" y="813320"/>
                  </a:lnTo>
                  <a:lnTo>
                    <a:pt x="2774429" y="690714"/>
                  </a:lnTo>
                  <a:lnTo>
                    <a:pt x="2766250" y="682053"/>
                  </a:lnTo>
                  <a:lnTo>
                    <a:pt x="2749905" y="664743"/>
                  </a:lnTo>
                  <a:lnTo>
                    <a:pt x="2620073" y="787336"/>
                  </a:lnTo>
                  <a:lnTo>
                    <a:pt x="2594102" y="759891"/>
                  </a:lnTo>
                  <a:lnTo>
                    <a:pt x="2594102" y="811860"/>
                  </a:lnTo>
                  <a:lnTo>
                    <a:pt x="2299792" y="1089748"/>
                  </a:lnTo>
                  <a:lnTo>
                    <a:pt x="2273820" y="1062253"/>
                  </a:lnTo>
                  <a:lnTo>
                    <a:pt x="2273820" y="1114272"/>
                  </a:lnTo>
                  <a:lnTo>
                    <a:pt x="1979510" y="1392161"/>
                  </a:lnTo>
                  <a:lnTo>
                    <a:pt x="1953539" y="1364665"/>
                  </a:lnTo>
                  <a:lnTo>
                    <a:pt x="1953539" y="1416685"/>
                  </a:lnTo>
                  <a:lnTo>
                    <a:pt x="1872742" y="1492973"/>
                  </a:lnTo>
                  <a:lnTo>
                    <a:pt x="1659229" y="1694586"/>
                  </a:lnTo>
                  <a:lnTo>
                    <a:pt x="1381328" y="1400276"/>
                  </a:lnTo>
                  <a:lnTo>
                    <a:pt x="1675638" y="1122387"/>
                  </a:lnTo>
                  <a:lnTo>
                    <a:pt x="1953539" y="1416685"/>
                  </a:lnTo>
                  <a:lnTo>
                    <a:pt x="1953539" y="1364665"/>
                  </a:lnTo>
                  <a:lnTo>
                    <a:pt x="1701609" y="1097864"/>
                  </a:lnTo>
                  <a:lnTo>
                    <a:pt x="1995919" y="819975"/>
                  </a:lnTo>
                  <a:lnTo>
                    <a:pt x="2273820" y="1114272"/>
                  </a:lnTo>
                  <a:lnTo>
                    <a:pt x="2273820" y="1062253"/>
                  </a:lnTo>
                  <a:lnTo>
                    <a:pt x="2021890" y="795451"/>
                  </a:lnTo>
                  <a:lnTo>
                    <a:pt x="2316200" y="517537"/>
                  </a:lnTo>
                  <a:lnTo>
                    <a:pt x="2594102" y="811860"/>
                  </a:lnTo>
                  <a:lnTo>
                    <a:pt x="2594102" y="759891"/>
                  </a:lnTo>
                  <a:lnTo>
                    <a:pt x="2342159" y="493039"/>
                  </a:lnTo>
                  <a:lnTo>
                    <a:pt x="2472004" y="370433"/>
                  </a:lnTo>
                  <a:lnTo>
                    <a:pt x="2463825" y="361784"/>
                  </a:lnTo>
                  <a:lnTo>
                    <a:pt x="2447493" y="344462"/>
                  </a:lnTo>
                  <a:lnTo>
                    <a:pt x="2317648" y="467067"/>
                  </a:lnTo>
                  <a:lnTo>
                    <a:pt x="2291677" y="439559"/>
                  </a:lnTo>
                  <a:lnTo>
                    <a:pt x="2291677" y="491578"/>
                  </a:lnTo>
                  <a:lnTo>
                    <a:pt x="1997379" y="769467"/>
                  </a:lnTo>
                  <a:lnTo>
                    <a:pt x="1971408" y="742010"/>
                  </a:lnTo>
                  <a:lnTo>
                    <a:pt x="1971408" y="793991"/>
                  </a:lnTo>
                  <a:lnTo>
                    <a:pt x="1677098" y="1071880"/>
                  </a:lnTo>
                  <a:lnTo>
                    <a:pt x="1651127" y="1044384"/>
                  </a:lnTo>
                  <a:lnTo>
                    <a:pt x="1651127" y="1096403"/>
                  </a:lnTo>
                  <a:lnTo>
                    <a:pt x="1647431" y="1099896"/>
                  </a:lnTo>
                  <a:lnTo>
                    <a:pt x="1356817" y="1374305"/>
                  </a:lnTo>
                  <a:lnTo>
                    <a:pt x="1078915" y="1079995"/>
                  </a:lnTo>
                  <a:lnTo>
                    <a:pt x="1373225" y="802106"/>
                  </a:lnTo>
                  <a:lnTo>
                    <a:pt x="1651127" y="1096403"/>
                  </a:lnTo>
                  <a:lnTo>
                    <a:pt x="1651127" y="1044384"/>
                  </a:lnTo>
                  <a:lnTo>
                    <a:pt x="1399197" y="777582"/>
                  </a:lnTo>
                  <a:lnTo>
                    <a:pt x="1693506" y="499681"/>
                  </a:lnTo>
                  <a:lnTo>
                    <a:pt x="1971408" y="793991"/>
                  </a:lnTo>
                  <a:lnTo>
                    <a:pt x="1971408" y="742010"/>
                  </a:lnTo>
                  <a:lnTo>
                    <a:pt x="1719465" y="475183"/>
                  </a:lnTo>
                  <a:lnTo>
                    <a:pt x="2013775" y="197281"/>
                  </a:lnTo>
                  <a:lnTo>
                    <a:pt x="2018157" y="201904"/>
                  </a:lnTo>
                  <a:lnTo>
                    <a:pt x="2291677" y="491578"/>
                  </a:lnTo>
                  <a:lnTo>
                    <a:pt x="2291677" y="439559"/>
                  </a:lnTo>
                  <a:lnTo>
                    <a:pt x="2039747" y="172758"/>
                  </a:lnTo>
                  <a:lnTo>
                    <a:pt x="2169591" y="50152"/>
                  </a:lnTo>
                  <a:lnTo>
                    <a:pt x="2161413" y="41503"/>
                  </a:lnTo>
                  <a:lnTo>
                    <a:pt x="2145068" y="24180"/>
                  </a:lnTo>
                  <a:lnTo>
                    <a:pt x="2015236" y="146773"/>
                  </a:lnTo>
                  <a:lnTo>
                    <a:pt x="1876653" y="0"/>
                  </a:lnTo>
                  <a:lnTo>
                    <a:pt x="1860283" y="0"/>
                  </a:lnTo>
                  <a:lnTo>
                    <a:pt x="1827530" y="0"/>
                  </a:lnTo>
                  <a:lnTo>
                    <a:pt x="1989251" y="171297"/>
                  </a:lnTo>
                  <a:lnTo>
                    <a:pt x="1908467" y="247586"/>
                  </a:lnTo>
                  <a:lnTo>
                    <a:pt x="1694954" y="449199"/>
                  </a:lnTo>
                  <a:lnTo>
                    <a:pt x="1668983" y="421690"/>
                  </a:lnTo>
                  <a:lnTo>
                    <a:pt x="1668983" y="473710"/>
                  </a:lnTo>
                  <a:lnTo>
                    <a:pt x="1527416" y="607390"/>
                  </a:lnTo>
                  <a:lnTo>
                    <a:pt x="1374686" y="751611"/>
                  </a:lnTo>
                  <a:lnTo>
                    <a:pt x="1348714" y="724166"/>
                  </a:lnTo>
                  <a:lnTo>
                    <a:pt x="1348714" y="776122"/>
                  </a:lnTo>
                  <a:lnTo>
                    <a:pt x="1054404" y="1054023"/>
                  </a:lnTo>
                  <a:lnTo>
                    <a:pt x="776490" y="759726"/>
                  </a:lnTo>
                  <a:lnTo>
                    <a:pt x="1070813" y="481812"/>
                  </a:lnTo>
                  <a:lnTo>
                    <a:pt x="1348714" y="776122"/>
                  </a:lnTo>
                  <a:lnTo>
                    <a:pt x="1348714" y="724166"/>
                  </a:lnTo>
                  <a:lnTo>
                    <a:pt x="1096772" y="457314"/>
                  </a:lnTo>
                  <a:lnTo>
                    <a:pt x="1391081" y="179412"/>
                  </a:lnTo>
                  <a:lnTo>
                    <a:pt x="1530032" y="326555"/>
                  </a:lnTo>
                  <a:lnTo>
                    <a:pt x="1668983" y="473710"/>
                  </a:lnTo>
                  <a:lnTo>
                    <a:pt x="1668983" y="421690"/>
                  </a:lnTo>
                  <a:lnTo>
                    <a:pt x="1417053" y="154889"/>
                  </a:lnTo>
                  <a:lnTo>
                    <a:pt x="1581086" y="0"/>
                  </a:lnTo>
                  <a:lnTo>
                    <a:pt x="1563751" y="0"/>
                  </a:lnTo>
                  <a:lnTo>
                    <a:pt x="1529067" y="0"/>
                  </a:lnTo>
                  <a:lnTo>
                    <a:pt x="1392542" y="128917"/>
                  </a:lnTo>
                  <a:lnTo>
                    <a:pt x="1270825" y="0"/>
                  </a:lnTo>
                  <a:lnTo>
                    <a:pt x="1254455" y="0"/>
                  </a:lnTo>
                  <a:lnTo>
                    <a:pt x="1221701" y="0"/>
                  </a:lnTo>
                  <a:lnTo>
                    <a:pt x="1366570" y="153428"/>
                  </a:lnTo>
                  <a:lnTo>
                    <a:pt x="1072261" y="431330"/>
                  </a:lnTo>
                  <a:lnTo>
                    <a:pt x="1046289" y="403847"/>
                  </a:lnTo>
                  <a:lnTo>
                    <a:pt x="1046289" y="455853"/>
                  </a:lnTo>
                  <a:lnTo>
                    <a:pt x="751979" y="733755"/>
                  </a:lnTo>
                  <a:lnTo>
                    <a:pt x="474078" y="439445"/>
                  </a:lnTo>
                  <a:lnTo>
                    <a:pt x="768388" y="161544"/>
                  </a:lnTo>
                  <a:lnTo>
                    <a:pt x="1046289" y="455853"/>
                  </a:lnTo>
                  <a:lnTo>
                    <a:pt x="1046289" y="403847"/>
                  </a:lnTo>
                  <a:lnTo>
                    <a:pt x="794359" y="137033"/>
                  </a:lnTo>
                  <a:lnTo>
                    <a:pt x="939469" y="0"/>
                  </a:lnTo>
                  <a:lnTo>
                    <a:pt x="922134" y="0"/>
                  </a:lnTo>
                  <a:lnTo>
                    <a:pt x="887450" y="0"/>
                  </a:lnTo>
                  <a:lnTo>
                    <a:pt x="769848" y="111048"/>
                  </a:lnTo>
                  <a:lnTo>
                    <a:pt x="664997" y="0"/>
                  </a:lnTo>
                  <a:lnTo>
                    <a:pt x="648627" y="0"/>
                  </a:lnTo>
                  <a:lnTo>
                    <a:pt x="615873" y="0"/>
                  </a:lnTo>
                  <a:lnTo>
                    <a:pt x="743864" y="135572"/>
                  </a:lnTo>
                  <a:lnTo>
                    <a:pt x="449567" y="413461"/>
                  </a:lnTo>
                  <a:lnTo>
                    <a:pt x="171665" y="119164"/>
                  </a:lnTo>
                  <a:lnTo>
                    <a:pt x="297865" y="0"/>
                  </a:lnTo>
                  <a:lnTo>
                    <a:pt x="280517" y="0"/>
                  </a:lnTo>
                  <a:lnTo>
                    <a:pt x="245833" y="0"/>
                  </a:lnTo>
                  <a:lnTo>
                    <a:pt x="147154" y="93179"/>
                  </a:lnTo>
                  <a:lnTo>
                    <a:pt x="59169" y="0"/>
                  </a:lnTo>
                  <a:lnTo>
                    <a:pt x="42799" y="0"/>
                  </a:lnTo>
                  <a:lnTo>
                    <a:pt x="10045" y="0"/>
                  </a:lnTo>
                  <a:lnTo>
                    <a:pt x="121170" y="117703"/>
                  </a:lnTo>
                  <a:lnTo>
                    <a:pt x="0" y="232130"/>
                  </a:lnTo>
                  <a:lnTo>
                    <a:pt x="16344" y="249453"/>
                  </a:lnTo>
                  <a:lnTo>
                    <a:pt x="24511" y="258102"/>
                  </a:lnTo>
                  <a:lnTo>
                    <a:pt x="145694" y="143675"/>
                  </a:lnTo>
                  <a:lnTo>
                    <a:pt x="423595" y="437984"/>
                  </a:lnTo>
                  <a:lnTo>
                    <a:pt x="302412" y="552411"/>
                  </a:lnTo>
                  <a:lnTo>
                    <a:pt x="318757" y="569722"/>
                  </a:lnTo>
                  <a:lnTo>
                    <a:pt x="326936" y="578383"/>
                  </a:lnTo>
                  <a:lnTo>
                    <a:pt x="448106" y="463969"/>
                  </a:lnTo>
                  <a:lnTo>
                    <a:pt x="587057" y="611111"/>
                  </a:lnTo>
                  <a:lnTo>
                    <a:pt x="726008" y="758266"/>
                  </a:lnTo>
                  <a:lnTo>
                    <a:pt x="604824" y="872693"/>
                  </a:lnTo>
                  <a:lnTo>
                    <a:pt x="621169" y="890003"/>
                  </a:lnTo>
                  <a:lnTo>
                    <a:pt x="629348" y="898664"/>
                  </a:lnTo>
                  <a:lnTo>
                    <a:pt x="750531" y="784237"/>
                  </a:lnTo>
                  <a:lnTo>
                    <a:pt x="1028433" y="1078547"/>
                  </a:lnTo>
                  <a:lnTo>
                    <a:pt x="907237" y="1192974"/>
                  </a:lnTo>
                  <a:lnTo>
                    <a:pt x="931760" y="1218946"/>
                  </a:lnTo>
                  <a:lnTo>
                    <a:pt x="1052944" y="1104519"/>
                  </a:lnTo>
                  <a:lnTo>
                    <a:pt x="1330845" y="1398816"/>
                  </a:lnTo>
                  <a:lnTo>
                    <a:pt x="1209662" y="1513255"/>
                  </a:lnTo>
                  <a:lnTo>
                    <a:pt x="1234173" y="1539214"/>
                  </a:lnTo>
                  <a:lnTo>
                    <a:pt x="1355356" y="1424800"/>
                  </a:lnTo>
                  <a:lnTo>
                    <a:pt x="1633258" y="1719097"/>
                  </a:lnTo>
                  <a:lnTo>
                    <a:pt x="1512074" y="1833537"/>
                  </a:lnTo>
                  <a:lnTo>
                    <a:pt x="1528419" y="1850847"/>
                  </a:lnTo>
                  <a:lnTo>
                    <a:pt x="1536598" y="1859495"/>
                  </a:lnTo>
                  <a:lnTo>
                    <a:pt x="1657769" y="1745081"/>
                  </a:lnTo>
                  <a:lnTo>
                    <a:pt x="1796719" y="1892223"/>
                  </a:lnTo>
                  <a:lnTo>
                    <a:pt x="1935670" y="2039378"/>
                  </a:lnTo>
                  <a:lnTo>
                    <a:pt x="1814487" y="2153805"/>
                  </a:lnTo>
                  <a:lnTo>
                    <a:pt x="1830832" y="2171128"/>
                  </a:lnTo>
                  <a:lnTo>
                    <a:pt x="1839010" y="2179777"/>
                  </a:lnTo>
                  <a:lnTo>
                    <a:pt x="1960194" y="2065350"/>
                  </a:lnTo>
                  <a:lnTo>
                    <a:pt x="2238083" y="2359660"/>
                  </a:lnTo>
                  <a:lnTo>
                    <a:pt x="2116899" y="2474087"/>
                  </a:lnTo>
                  <a:lnTo>
                    <a:pt x="2141423" y="2500058"/>
                  </a:lnTo>
                  <a:lnTo>
                    <a:pt x="2262606" y="2385644"/>
                  </a:lnTo>
                  <a:lnTo>
                    <a:pt x="2540508" y="2679941"/>
                  </a:lnTo>
                  <a:lnTo>
                    <a:pt x="2419324" y="2794368"/>
                  </a:lnTo>
                  <a:lnTo>
                    <a:pt x="2443835" y="2820339"/>
                  </a:lnTo>
                  <a:lnTo>
                    <a:pt x="2565019" y="2705925"/>
                  </a:lnTo>
                  <a:lnTo>
                    <a:pt x="2769349" y="2922295"/>
                  </a:lnTo>
                  <a:lnTo>
                    <a:pt x="2788335" y="2916136"/>
                  </a:lnTo>
                  <a:lnTo>
                    <a:pt x="2793847" y="2913557"/>
                  </a:lnTo>
                  <a:lnTo>
                    <a:pt x="2805201" y="2908249"/>
                  </a:lnTo>
                  <a:lnTo>
                    <a:pt x="2590990" y="2681401"/>
                  </a:lnTo>
                  <a:lnTo>
                    <a:pt x="2885300" y="2403500"/>
                  </a:lnTo>
                  <a:lnTo>
                    <a:pt x="3104400" y="2635529"/>
                  </a:lnTo>
                  <a:lnTo>
                    <a:pt x="3103219" y="2623439"/>
                  </a:lnTo>
                  <a:lnTo>
                    <a:pt x="3088932" y="2584450"/>
                  </a:lnTo>
                  <a:lnTo>
                    <a:pt x="3088449" y="2583142"/>
                  </a:lnTo>
                  <a:lnTo>
                    <a:pt x="3066567" y="2543429"/>
                  </a:lnTo>
                  <a:lnTo>
                    <a:pt x="2911271" y="2378989"/>
                  </a:lnTo>
                  <a:lnTo>
                    <a:pt x="3205581" y="2101088"/>
                  </a:lnTo>
                  <a:lnTo>
                    <a:pt x="3343389" y="2247011"/>
                  </a:lnTo>
                  <a:lnTo>
                    <a:pt x="3376130" y="2247011"/>
                  </a:lnTo>
                  <a:lnTo>
                    <a:pt x="3392513" y="2247011"/>
                  </a:lnTo>
                  <a:lnTo>
                    <a:pt x="3231553" y="2076564"/>
                  </a:lnTo>
                  <a:lnTo>
                    <a:pt x="3525863" y="1798662"/>
                  </a:lnTo>
                  <a:lnTo>
                    <a:pt x="3737559" y="2022856"/>
                  </a:lnTo>
                  <a:lnTo>
                    <a:pt x="3741318" y="2026843"/>
                  </a:lnTo>
                  <a:lnTo>
                    <a:pt x="3744328" y="2022856"/>
                  </a:lnTo>
                  <a:lnTo>
                    <a:pt x="3755860" y="2007552"/>
                  </a:lnTo>
                  <a:lnTo>
                    <a:pt x="3756761" y="2006346"/>
                  </a:lnTo>
                  <a:lnTo>
                    <a:pt x="3759428" y="1994001"/>
                  </a:lnTo>
                  <a:close/>
                </a:path>
              </a:pathLst>
            </a:custGeom>
            <a:solidFill>
              <a:srgbClr val="6249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26411" y="1391749"/>
            <a:ext cx="7505065" cy="1213485"/>
          </a:xfrm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250"/>
              </a:spcBef>
            </a:pPr>
            <a:r>
              <a:rPr dirty="0"/>
              <a:t>Limitations</a:t>
            </a:r>
            <a:r>
              <a:rPr dirty="0" spc="-120"/>
              <a:t> </a:t>
            </a:r>
            <a:r>
              <a:rPr dirty="0" spc="70"/>
              <a:t>and</a:t>
            </a:r>
            <a:r>
              <a:rPr dirty="0" spc="-114"/>
              <a:t> </a:t>
            </a:r>
            <a:r>
              <a:rPr dirty="0" spc="225"/>
              <a:t>Next</a:t>
            </a:r>
            <a:r>
              <a:rPr dirty="0" spc="-120"/>
              <a:t> </a:t>
            </a:r>
            <a:r>
              <a:rPr dirty="0" spc="135"/>
              <a:t>Steps</a:t>
            </a:r>
            <a:r>
              <a:rPr dirty="0" spc="-114"/>
              <a:t> </a:t>
            </a:r>
            <a:r>
              <a:rPr dirty="0" spc="245"/>
              <a:t>for </a:t>
            </a:r>
            <a:r>
              <a:rPr dirty="0" spc="-10"/>
              <a:t>Enhanced</a:t>
            </a:r>
            <a:r>
              <a:rPr dirty="0" spc="-235"/>
              <a:t> </a:t>
            </a:r>
            <a:r>
              <a:rPr dirty="0" spc="-10"/>
              <a:t>Analysis</a:t>
            </a:r>
          </a:p>
        </p:txBody>
      </p:sp>
      <p:grpSp>
        <p:nvGrpSpPr>
          <p:cNvPr id="10" name="object 10" descr=""/>
          <p:cNvGrpSpPr/>
          <p:nvPr/>
        </p:nvGrpSpPr>
        <p:grpSpPr>
          <a:xfrm>
            <a:off x="1625033" y="1299447"/>
            <a:ext cx="15269210" cy="7786370"/>
            <a:chOff x="1625033" y="1299447"/>
            <a:chExt cx="15269210" cy="778637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5033" y="3307279"/>
              <a:ext cx="805498" cy="62377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622493" y="1299450"/>
              <a:ext cx="11271885" cy="7786370"/>
            </a:xfrm>
            <a:custGeom>
              <a:avLst/>
              <a:gdLst/>
              <a:ahLst/>
              <a:cxnLst/>
              <a:rect l="l" t="t" r="r" b="b"/>
              <a:pathLst>
                <a:path w="11271885" h="7786370">
                  <a:moveTo>
                    <a:pt x="601853" y="7484910"/>
                  </a:moveTo>
                  <a:lnTo>
                    <a:pt x="533234" y="7480821"/>
                  </a:lnTo>
                  <a:lnTo>
                    <a:pt x="476465" y="7475677"/>
                  </a:lnTo>
                  <a:lnTo>
                    <a:pt x="430339" y="7468273"/>
                  </a:lnTo>
                  <a:lnTo>
                    <a:pt x="393661" y="7457402"/>
                  </a:lnTo>
                  <a:lnTo>
                    <a:pt x="343890" y="7420521"/>
                  </a:lnTo>
                  <a:lnTo>
                    <a:pt x="317550" y="7355421"/>
                  </a:lnTo>
                  <a:lnTo>
                    <a:pt x="310159" y="7309294"/>
                  </a:lnTo>
                  <a:lnTo>
                    <a:pt x="305054" y="7252525"/>
                  </a:lnTo>
                  <a:lnTo>
                    <a:pt x="301002" y="7183907"/>
                  </a:lnTo>
                  <a:lnTo>
                    <a:pt x="296913" y="7252525"/>
                  </a:lnTo>
                  <a:lnTo>
                    <a:pt x="291769" y="7309294"/>
                  </a:lnTo>
                  <a:lnTo>
                    <a:pt x="284365" y="7355421"/>
                  </a:lnTo>
                  <a:lnTo>
                    <a:pt x="273494" y="7392098"/>
                  </a:lnTo>
                  <a:lnTo>
                    <a:pt x="236613" y="7441895"/>
                  </a:lnTo>
                  <a:lnTo>
                    <a:pt x="171513" y="7468273"/>
                  </a:lnTo>
                  <a:lnTo>
                    <a:pt x="125387" y="7475677"/>
                  </a:lnTo>
                  <a:lnTo>
                    <a:pt x="68618" y="7480821"/>
                  </a:lnTo>
                  <a:lnTo>
                    <a:pt x="0" y="7484910"/>
                  </a:lnTo>
                  <a:lnTo>
                    <a:pt x="68618" y="7488961"/>
                  </a:lnTo>
                  <a:lnTo>
                    <a:pt x="125387" y="7494067"/>
                  </a:lnTo>
                  <a:lnTo>
                    <a:pt x="171513" y="7501458"/>
                  </a:lnTo>
                  <a:lnTo>
                    <a:pt x="208191" y="7512291"/>
                  </a:lnTo>
                  <a:lnTo>
                    <a:pt x="257987" y="7549159"/>
                  </a:lnTo>
                  <a:lnTo>
                    <a:pt x="284365" y="7614247"/>
                  </a:lnTo>
                  <a:lnTo>
                    <a:pt x="291769" y="7660373"/>
                  </a:lnTo>
                  <a:lnTo>
                    <a:pt x="296913" y="7717142"/>
                  </a:lnTo>
                  <a:lnTo>
                    <a:pt x="301002" y="7785760"/>
                  </a:lnTo>
                  <a:lnTo>
                    <a:pt x="305054" y="7717142"/>
                  </a:lnTo>
                  <a:lnTo>
                    <a:pt x="310159" y="7660373"/>
                  </a:lnTo>
                  <a:lnTo>
                    <a:pt x="317550" y="7614247"/>
                  </a:lnTo>
                  <a:lnTo>
                    <a:pt x="328383" y="7577569"/>
                  </a:lnTo>
                  <a:lnTo>
                    <a:pt x="365252" y="7527798"/>
                  </a:lnTo>
                  <a:lnTo>
                    <a:pt x="430339" y="7501458"/>
                  </a:lnTo>
                  <a:lnTo>
                    <a:pt x="476465" y="7494067"/>
                  </a:lnTo>
                  <a:lnTo>
                    <a:pt x="533234" y="7488961"/>
                  </a:lnTo>
                  <a:lnTo>
                    <a:pt x="601853" y="7484910"/>
                  </a:lnTo>
                  <a:close/>
                </a:path>
                <a:path w="11271885" h="7786370">
                  <a:moveTo>
                    <a:pt x="8200212" y="301002"/>
                  </a:moveTo>
                  <a:lnTo>
                    <a:pt x="8131594" y="296926"/>
                  </a:lnTo>
                  <a:lnTo>
                    <a:pt x="8074825" y="291769"/>
                  </a:lnTo>
                  <a:lnTo>
                    <a:pt x="8028699" y="284365"/>
                  </a:lnTo>
                  <a:lnTo>
                    <a:pt x="7992021" y="273507"/>
                  </a:lnTo>
                  <a:lnTo>
                    <a:pt x="7942250" y="236626"/>
                  </a:lnTo>
                  <a:lnTo>
                    <a:pt x="7915910" y="171526"/>
                  </a:lnTo>
                  <a:lnTo>
                    <a:pt x="7908518" y="125399"/>
                  </a:lnTo>
                  <a:lnTo>
                    <a:pt x="7903413" y="68618"/>
                  </a:lnTo>
                  <a:lnTo>
                    <a:pt x="7899362" y="0"/>
                  </a:lnTo>
                  <a:lnTo>
                    <a:pt x="7895272" y="68618"/>
                  </a:lnTo>
                  <a:lnTo>
                    <a:pt x="7890129" y="125399"/>
                  </a:lnTo>
                  <a:lnTo>
                    <a:pt x="7882725" y="171526"/>
                  </a:lnTo>
                  <a:lnTo>
                    <a:pt x="7871854" y="208203"/>
                  </a:lnTo>
                  <a:lnTo>
                    <a:pt x="7834973" y="257987"/>
                  </a:lnTo>
                  <a:lnTo>
                    <a:pt x="7769873" y="284365"/>
                  </a:lnTo>
                  <a:lnTo>
                    <a:pt x="7723746" y="291769"/>
                  </a:lnTo>
                  <a:lnTo>
                    <a:pt x="7666977" y="296926"/>
                  </a:lnTo>
                  <a:lnTo>
                    <a:pt x="7598359" y="301002"/>
                  </a:lnTo>
                  <a:lnTo>
                    <a:pt x="7666977" y="305054"/>
                  </a:lnTo>
                  <a:lnTo>
                    <a:pt x="7723746" y="310172"/>
                  </a:lnTo>
                  <a:lnTo>
                    <a:pt x="7769873" y="317550"/>
                  </a:lnTo>
                  <a:lnTo>
                    <a:pt x="7806550" y="328396"/>
                  </a:lnTo>
                  <a:lnTo>
                    <a:pt x="7856347" y="365264"/>
                  </a:lnTo>
                  <a:lnTo>
                    <a:pt x="7882725" y="430352"/>
                  </a:lnTo>
                  <a:lnTo>
                    <a:pt x="7890129" y="476465"/>
                  </a:lnTo>
                  <a:lnTo>
                    <a:pt x="7895272" y="533247"/>
                  </a:lnTo>
                  <a:lnTo>
                    <a:pt x="7899362" y="601865"/>
                  </a:lnTo>
                  <a:lnTo>
                    <a:pt x="7903413" y="533247"/>
                  </a:lnTo>
                  <a:lnTo>
                    <a:pt x="7908518" y="476465"/>
                  </a:lnTo>
                  <a:lnTo>
                    <a:pt x="7915910" y="430352"/>
                  </a:lnTo>
                  <a:lnTo>
                    <a:pt x="7926743" y="393674"/>
                  </a:lnTo>
                  <a:lnTo>
                    <a:pt x="7963611" y="343903"/>
                  </a:lnTo>
                  <a:lnTo>
                    <a:pt x="8028699" y="317550"/>
                  </a:lnTo>
                  <a:lnTo>
                    <a:pt x="8074825" y="310172"/>
                  </a:lnTo>
                  <a:lnTo>
                    <a:pt x="8131594" y="305054"/>
                  </a:lnTo>
                  <a:lnTo>
                    <a:pt x="8200212" y="301002"/>
                  </a:lnTo>
                  <a:close/>
                </a:path>
                <a:path w="11271885" h="7786370">
                  <a:moveTo>
                    <a:pt x="11271682" y="6737083"/>
                  </a:moveTo>
                  <a:lnTo>
                    <a:pt x="11203064" y="6732994"/>
                  </a:lnTo>
                  <a:lnTo>
                    <a:pt x="11146295" y="6727850"/>
                  </a:lnTo>
                  <a:lnTo>
                    <a:pt x="11100168" y="6720446"/>
                  </a:lnTo>
                  <a:lnTo>
                    <a:pt x="11063491" y="6709575"/>
                  </a:lnTo>
                  <a:lnTo>
                    <a:pt x="11013719" y="6672694"/>
                  </a:lnTo>
                  <a:lnTo>
                    <a:pt x="10987380" y="6607594"/>
                  </a:lnTo>
                  <a:lnTo>
                    <a:pt x="10979988" y="6561468"/>
                  </a:lnTo>
                  <a:lnTo>
                    <a:pt x="10974883" y="6504699"/>
                  </a:lnTo>
                  <a:lnTo>
                    <a:pt x="10970832" y="6436080"/>
                  </a:lnTo>
                  <a:lnTo>
                    <a:pt x="10966742" y="6504699"/>
                  </a:lnTo>
                  <a:lnTo>
                    <a:pt x="10961599" y="6561468"/>
                  </a:lnTo>
                  <a:lnTo>
                    <a:pt x="10954195" y="6607594"/>
                  </a:lnTo>
                  <a:lnTo>
                    <a:pt x="10943323" y="6644272"/>
                  </a:lnTo>
                  <a:lnTo>
                    <a:pt x="10906443" y="6694068"/>
                  </a:lnTo>
                  <a:lnTo>
                    <a:pt x="10841342" y="6720446"/>
                  </a:lnTo>
                  <a:lnTo>
                    <a:pt x="10795216" y="6727850"/>
                  </a:lnTo>
                  <a:lnTo>
                    <a:pt x="10738447" y="6732994"/>
                  </a:lnTo>
                  <a:lnTo>
                    <a:pt x="10669829" y="6737083"/>
                  </a:lnTo>
                  <a:lnTo>
                    <a:pt x="10738447" y="6741134"/>
                  </a:lnTo>
                  <a:lnTo>
                    <a:pt x="10795216" y="6746240"/>
                  </a:lnTo>
                  <a:lnTo>
                    <a:pt x="10841342" y="6753631"/>
                  </a:lnTo>
                  <a:lnTo>
                    <a:pt x="10878020" y="6764464"/>
                  </a:lnTo>
                  <a:lnTo>
                    <a:pt x="10927817" y="6801332"/>
                  </a:lnTo>
                  <a:lnTo>
                    <a:pt x="10954195" y="6866420"/>
                  </a:lnTo>
                  <a:lnTo>
                    <a:pt x="10961599" y="6912546"/>
                  </a:lnTo>
                  <a:lnTo>
                    <a:pt x="10966742" y="6969315"/>
                  </a:lnTo>
                  <a:lnTo>
                    <a:pt x="10970832" y="7037933"/>
                  </a:lnTo>
                  <a:lnTo>
                    <a:pt x="10974883" y="6969315"/>
                  </a:lnTo>
                  <a:lnTo>
                    <a:pt x="10979988" y="6912546"/>
                  </a:lnTo>
                  <a:lnTo>
                    <a:pt x="10987380" y="6866420"/>
                  </a:lnTo>
                  <a:lnTo>
                    <a:pt x="10998213" y="6829742"/>
                  </a:lnTo>
                  <a:lnTo>
                    <a:pt x="11035081" y="6779971"/>
                  </a:lnTo>
                  <a:lnTo>
                    <a:pt x="11100168" y="6753631"/>
                  </a:lnTo>
                  <a:lnTo>
                    <a:pt x="11146295" y="6746240"/>
                  </a:lnTo>
                  <a:lnTo>
                    <a:pt x="11203064" y="6741134"/>
                  </a:lnTo>
                  <a:lnTo>
                    <a:pt x="11271682" y="6737083"/>
                  </a:lnTo>
                  <a:close/>
                </a:path>
              </a:pathLst>
            </a:custGeom>
            <a:solidFill>
              <a:srgbClr val="372F2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9639" y="4581174"/>
              <a:ext cx="66675" cy="666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9639" y="5143149"/>
              <a:ext cx="66675" cy="6667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9639" y="5714649"/>
              <a:ext cx="66675" cy="66675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9639" y="6276624"/>
              <a:ext cx="66675" cy="6667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9639" y="6829074"/>
              <a:ext cx="66675" cy="6667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2258364" y="3636685"/>
            <a:ext cx="5687695" cy="362457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155" b="1">
                <a:solidFill>
                  <a:srgbClr val="FFFFFF"/>
                </a:solidFill>
                <a:latin typeface="Trebuchet MS"/>
                <a:cs typeface="Trebuchet MS"/>
              </a:rPr>
              <a:t>Limitations</a:t>
            </a:r>
            <a:r>
              <a:rPr dirty="0" sz="3300" spc="-2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00" spc="114" b="1">
                <a:solidFill>
                  <a:srgbClr val="FFFFFF"/>
                </a:solidFill>
                <a:latin typeface="Trebuchet MS"/>
                <a:cs typeface="Trebuchet MS"/>
              </a:rPr>
              <a:t>Encountered:</a:t>
            </a:r>
            <a:endParaRPr sz="3300">
              <a:latin typeface="Trebuchet MS"/>
              <a:cs typeface="Trebuchet MS"/>
            </a:endParaRPr>
          </a:p>
          <a:p>
            <a:pPr marL="238760" marR="643890">
              <a:lnSpc>
                <a:spcPct val="120800"/>
              </a:lnSpc>
              <a:spcBef>
                <a:spcPts val="2315"/>
              </a:spcBef>
            </a:pPr>
            <a:r>
              <a:rPr dirty="0" sz="1500">
                <a:latin typeface="Lucida Sans Unicode"/>
                <a:cs typeface="Lucida Sans Unicode"/>
              </a:rPr>
              <a:t>Analysis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was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 spc="80">
                <a:latin typeface="Lucida Sans Unicode"/>
                <a:cs typeface="Lucida Sans Unicode"/>
              </a:rPr>
              <a:t>based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on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 spc="180">
                <a:latin typeface="Lucida Sans Unicode"/>
                <a:cs typeface="Lucida Sans Unicode"/>
              </a:rPr>
              <a:t>a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 spc="65">
                <a:latin typeface="Lucida Sans Unicode"/>
                <a:cs typeface="Lucida Sans Unicode"/>
              </a:rPr>
              <a:t>sampled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dataset,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not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 spc="-25">
                <a:latin typeface="Lucida Sans Unicode"/>
                <a:cs typeface="Lucida Sans Unicode"/>
              </a:rPr>
              <a:t>the </a:t>
            </a:r>
            <a:r>
              <a:rPr dirty="0" sz="1500" spc="55">
                <a:latin typeface="Lucida Sans Unicode"/>
                <a:cs typeface="Lucida Sans Unicode"/>
              </a:rPr>
              <a:t>complete</a:t>
            </a:r>
            <a:r>
              <a:rPr dirty="0" sz="1500" spc="-50">
                <a:latin typeface="Lucida Sans Unicode"/>
                <a:cs typeface="Lucida Sans Unicode"/>
              </a:rPr>
              <a:t> </a:t>
            </a:r>
            <a:r>
              <a:rPr dirty="0" sz="1500" spc="-20">
                <a:latin typeface="Lucida Sans Unicode"/>
                <a:cs typeface="Lucida Sans Unicode"/>
              </a:rPr>
              <a:t>data.</a:t>
            </a:r>
            <a:endParaRPr sz="1500">
              <a:latin typeface="Lucida Sans Unicode"/>
              <a:cs typeface="Lucida Sans Unicode"/>
            </a:endParaRPr>
          </a:p>
          <a:p>
            <a:pPr marL="238760" marR="172720">
              <a:lnSpc>
                <a:spcPct val="125000"/>
              </a:lnSpc>
            </a:pPr>
            <a:r>
              <a:rPr dirty="0" sz="1500">
                <a:latin typeface="Lucida Sans Unicode"/>
                <a:cs typeface="Lucida Sans Unicode"/>
              </a:rPr>
              <a:t>Lack</a:t>
            </a:r>
            <a:r>
              <a:rPr dirty="0" sz="1500" spc="-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of</a:t>
            </a:r>
            <a:r>
              <a:rPr dirty="0" sz="1500" spc="-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student,</a:t>
            </a:r>
            <a:r>
              <a:rPr dirty="0" sz="1500" spc="-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faculty,</a:t>
            </a:r>
            <a:r>
              <a:rPr dirty="0" sz="1500" spc="-30">
                <a:latin typeface="Lucida Sans Unicode"/>
                <a:cs typeface="Lucida Sans Unicode"/>
              </a:rPr>
              <a:t> </a:t>
            </a:r>
            <a:r>
              <a:rPr dirty="0" sz="1500" spc="45">
                <a:latin typeface="Lucida Sans Unicode"/>
                <a:cs typeface="Lucida Sans Unicode"/>
              </a:rPr>
              <a:t>placement,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and</a:t>
            </a:r>
            <a:r>
              <a:rPr dirty="0" sz="1500" spc="-3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quality-</a:t>
            </a:r>
            <a:r>
              <a:rPr dirty="0" sz="1500" spc="-10">
                <a:latin typeface="Lucida Sans Unicode"/>
                <a:cs typeface="Lucida Sans Unicode"/>
              </a:rPr>
              <a:t>related information.</a:t>
            </a:r>
            <a:endParaRPr sz="1500">
              <a:latin typeface="Lucida Sans Unicode"/>
              <a:cs typeface="Lucida Sans Unicode"/>
            </a:endParaRPr>
          </a:p>
          <a:p>
            <a:pPr marL="238760" marR="5080">
              <a:lnSpc>
                <a:spcPct val="125000"/>
              </a:lnSpc>
            </a:pPr>
            <a:r>
              <a:rPr dirty="0" sz="1500" spc="80">
                <a:latin typeface="Lucida Sans Unicode"/>
                <a:cs typeface="Lucida Sans Unicode"/>
              </a:rPr>
              <a:t>Some</a:t>
            </a:r>
            <a:r>
              <a:rPr dirty="0" sz="1500" spc="-10">
                <a:latin typeface="Lucida Sans Unicode"/>
                <a:cs typeface="Lucida Sans Unicode"/>
              </a:rPr>
              <a:t> district-</a:t>
            </a:r>
            <a:r>
              <a:rPr dirty="0" sz="1500">
                <a:latin typeface="Lucida Sans Unicode"/>
                <a:cs typeface="Lucida Sans Unicode"/>
              </a:rPr>
              <a:t>level</a:t>
            </a:r>
            <a:r>
              <a:rPr dirty="0" sz="1500" spc="-10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and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institutional</a:t>
            </a:r>
            <a:r>
              <a:rPr dirty="0" sz="1500" spc="-10">
                <a:latin typeface="Lucida Sans Unicode"/>
                <a:cs typeface="Lucida Sans Unicode"/>
              </a:rPr>
              <a:t> </a:t>
            </a:r>
            <a:r>
              <a:rPr dirty="0" sz="1500" spc="100">
                <a:latin typeface="Lucida Sans Unicode"/>
                <a:cs typeface="Lucida Sans Unicode"/>
              </a:rPr>
              <a:t>data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were</a:t>
            </a:r>
            <a:r>
              <a:rPr dirty="0" sz="1500" spc="-1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missing</a:t>
            </a:r>
            <a:r>
              <a:rPr dirty="0" sz="1500" spc="-10">
                <a:latin typeface="Lucida Sans Unicode"/>
                <a:cs typeface="Lucida Sans Unicode"/>
              </a:rPr>
              <a:t> </a:t>
            </a:r>
            <a:r>
              <a:rPr dirty="0" sz="1500" spc="-25">
                <a:latin typeface="Lucida Sans Unicode"/>
                <a:cs typeface="Lucida Sans Unicode"/>
              </a:rPr>
              <a:t>or </a:t>
            </a:r>
            <a:r>
              <a:rPr dirty="0" sz="1500" spc="-10">
                <a:latin typeface="Lucida Sans Unicode"/>
                <a:cs typeface="Lucida Sans Unicode"/>
              </a:rPr>
              <a:t>incomplete.</a:t>
            </a:r>
            <a:endParaRPr sz="1500">
              <a:latin typeface="Lucida Sans Unicode"/>
              <a:cs typeface="Lucida Sans Unicode"/>
            </a:endParaRPr>
          </a:p>
          <a:p>
            <a:pPr marL="238760" marR="81280">
              <a:lnSpc>
                <a:spcPct val="120800"/>
              </a:lnSpc>
            </a:pPr>
            <a:r>
              <a:rPr dirty="0" sz="1500">
                <a:latin typeface="Lucida Sans Unicode"/>
                <a:cs typeface="Lucida Sans Unicode"/>
              </a:rPr>
              <a:t>Forecasting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was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80">
                <a:latin typeface="Lucida Sans Unicode"/>
                <a:cs typeface="Lucida Sans Unicode"/>
              </a:rPr>
              <a:t>based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on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historical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trends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and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 spc="125">
                <a:latin typeface="Lucida Sans Unicode"/>
                <a:cs typeface="Lucida Sans Unicode"/>
              </a:rPr>
              <a:t>may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-25">
                <a:latin typeface="Lucida Sans Unicode"/>
                <a:cs typeface="Lucida Sans Unicode"/>
              </a:rPr>
              <a:t>not </a:t>
            </a:r>
            <a:r>
              <a:rPr dirty="0" sz="1500">
                <a:latin typeface="Lucida Sans Unicode"/>
                <a:cs typeface="Lucida Sans Unicode"/>
              </a:rPr>
              <a:t>reflect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future</a:t>
            </a:r>
            <a:r>
              <a:rPr dirty="0" sz="1500" spc="-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uncertainties.</a:t>
            </a:r>
            <a:endParaRPr sz="1500">
              <a:latin typeface="Lucida Sans Unicode"/>
              <a:cs typeface="Lucida Sans Unicode"/>
            </a:endParaRPr>
          </a:p>
          <a:p>
            <a:pPr marL="238760" marR="753745">
              <a:lnSpc>
                <a:spcPct val="120800"/>
              </a:lnSpc>
            </a:pPr>
            <a:r>
              <a:rPr dirty="0" sz="1500" spc="10">
                <a:latin typeface="Lucida Sans Unicode"/>
                <a:cs typeface="Lucida Sans Unicode"/>
              </a:rPr>
              <a:t>Number</a:t>
            </a:r>
            <a:r>
              <a:rPr dirty="0" sz="1500" spc="5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of</a:t>
            </a:r>
            <a:r>
              <a:rPr dirty="0" sz="1500" spc="6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colleges</a:t>
            </a:r>
            <a:r>
              <a:rPr dirty="0" sz="1500" spc="6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does</a:t>
            </a:r>
            <a:r>
              <a:rPr dirty="0" sz="1500" spc="6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not</a:t>
            </a:r>
            <a:r>
              <a:rPr dirty="0" sz="1500" spc="6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necessarily</a:t>
            </a:r>
            <a:r>
              <a:rPr dirty="0" sz="1500" spc="6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indicate </a:t>
            </a:r>
            <a:r>
              <a:rPr dirty="0" sz="1500" spc="50">
                <a:latin typeface="Lucida Sans Unicode"/>
                <a:cs typeface="Lucida Sans Unicode"/>
              </a:rPr>
              <a:t>education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quality</a:t>
            </a:r>
            <a:r>
              <a:rPr dirty="0" sz="1500" spc="-2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or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50">
                <a:latin typeface="Lucida Sans Unicode"/>
                <a:cs typeface="Lucida Sans Unicode"/>
              </a:rPr>
              <a:t>access.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172575" y="4521494"/>
            <a:ext cx="66675" cy="2847975"/>
            <a:chOff x="9172575" y="4521494"/>
            <a:chExt cx="66675" cy="2847975"/>
          </a:xfrm>
        </p:grpSpPr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2575" y="4521494"/>
              <a:ext cx="66675" cy="6667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2575" y="5073944"/>
              <a:ext cx="66675" cy="66675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2575" y="5635919"/>
              <a:ext cx="66675" cy="6667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2575" y="6197894"/>
              <a:ext cx="66675" cy="66675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2575" y="6750344"/>
              <a:ext cx="66675" cy="66675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2575" y="7302794"/>
              <a:ext cx="66675" cy="66675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9131300" y="3636685"/>
            <a:ext cx="5655310" cy="40982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90" b="1">
                <a:solidFill>
                  <a:srgbClr val="FFFFFF"/>
                </a:solidFill>
                <a:latin typeface="Trebuchet MS"/>
                <a:cs typeface="Trebuchet MS"/>
              </a:rPr>
              <a:t>Future</a:t>
            </a:r>
            <a:r>
              <a:rPr dirty="0" sz="330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00" spc="204" b="1">
                <a:solidFill>
                  <a:srgbClr val="FFFFFF"/>
                </a:solidFill>
                <a:latin typeface="Trebuchet MS"/>
                <a:cs typeface="Trebuchet MS"/>
              </a:rPr>
              <a:t>Enhancements:</a:t>
            </a:r>
            <a:endParaRPr sz="3300">
              <a:latin typeface="Trebuchet MS"/>
              <a:cs typeface="Trebuchet MS"/>
            </a:endParaRPr>
          </a:p>
          <a:p>
            <a:pPr marL="238760" marR="317500">
              <a:lnSpc>
                <a:spcPct val="120800"/>
              </a:lnSpc>
              <a:spcBef>
                <a:spcPts val="1845"/>
              </a:spcBef>
            </a:pPr>
            <a:r>
              <a:rPr dirty="0" sz="1500">
                <a:latin typeface="Lucida Sans Unicode"/>
                <a:cs typeface="Lucida Sans Unicode"/>
              </a:rPr>
              <a:t>Expand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analysis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using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the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55">
                <a:latin typeface="Lucida Sans Unicode"/>
                <a:cs typeface="Lucida Sans Unicode"/>
              </a:rPr>
              <a:t>complete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-30">
                <a:latin typeface="Lucida Sans Unicode"/>
                <a:cs typeface="Lucida Sans Unicode"/>
              </a:rPr>
              <a:t>AISHE</a:t>
            </a:r>
            <a:r>
              <a:rPr dirty="0" sz="1500" spc="15">
                <a:latin typeface="Lucida Sans Unicode"/>
                <a:cs typeface="Lucida Sans Unicode"/>
              </a:rPr>
              <a:t> </a:t>
            </a:r>
            <a:r>
              <a:rPr dirty="0" sz="1500" spc="70">
                <a:latin typeface="Lucida Sans Unicode"/>
                <a:cs typeface="Lucida Sans Unicode"/>
              </a:rPr>
              <a:t>dataset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-25">
                <a:latin typeface="Lucida Sans Unicode"/>
                <a:cs typeface="Lucida Sans Unicode"/>
              </a:rPr>
              <a:t>for </a:t>
            </a:r>
            <a:r>
              <a:rPr dirty="0" sz="1500" spc="50">
                <a:latin typeface="Lucida Sans Unicode"/>
                <a:cs typeface="Lucida Sans Unicode"/>
              </a:rPr>
              <a:t>more</a:t>
            </a:r>
            <a:r>
              <a:rPr dirty="0" sz="1500" spc="-75">
                <a:latin typeface="Lucida Sans Unicode"/>
                <a:cs typeface="Lucida Sans Unicode"/>
              </a:rPr>
              <a:t> </a:t>
            </a:r>
            <a:r>
              <a:rPr dirty="0" sz="1500" spc="50">
                <a:latin typeface="Lucida Sans Unicode"/>
                <a:cs typeface="Lucida Sans Unicode"/>
              </a:rPr>
              <a:t>comprehensive</a:t>
            </a:r>
            <a:r>
              <a:rPr dirty="0" sz="1500" spc="-7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insights.</a:t>
            </a:r>
            <a:endParaRPr sz="1500">
              <a:latin typeface="Lucida Sans Unicode"/>
              <a:cs typeface="Lucida Sans Unicode"/>
            </a:endParaRPr>
          </a:p>
          <a:p>
            <a:pPr marL="238760" marR="100330">
              <a:lnSpc>
                <a:spcPct val="120800"/>
              </a:lnSpc>
            </a:pPr>
            <a:r>
              <a:rPr dirty="0" sz="1500">
                <a:latin typeface="Lucida Sans Unicode"/>
                <a:cs typeface="Lucida Sans Unicode"/>
              </a:rPr>
              <a:t>Perform</a:t>
            </a:r>
            <a:r>
              <a:rPr dirty="0" sz="1500" spc="8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state-wise</a:t>
            </a:r>
            <a:r>
              <a:rPr dirty="0" sz="1500" spc="85">
                <a:latin typeface="Lucida Sans Unicode"/>
                <a:cs typeface="Lucida Sans Unicode"/>
              </a:rPr>
              <a:t> and</a:t>
            </a:r>
            <a:r>
              <a:rPr dirty="0" sz="1500" spc="8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district-</a:t>
            </a:r>
            <a:r>
              <a:rPr dirty="0" sz="1500">
                <a:latin typeface="Lucida Sans Unicode"/>
                <a:cs typeface="Lucida Sans Unicode"/>
              </a:rPr>
              <a:t>level</a:t>
            </a:r>
            <a:r>
              <a:rPr dirty="0" sz="1500" spc="8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analysis</a:t>
            </a:r>
            <a:r>
              <a:rPr dirty="0" sz="1500" spc="8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</a:t>
            </a:r>
            <a:r>
              <a:rPr dirty="0" sz="1500" spc="8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identify </a:t>
            </a:r>
            <a:r>
              <a:rPr dirty="0" sz="1500">
                <a:latin typeface="Lucida Sans Unicode"/>
                <a:cs typeface="Lucida Sans Unicode"/>
              </a:rPr>
              <a:t>regional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trends</a:t>
            </a:r>
            <a:r>
              <a:rPr dirty="0" sz="1500" spc="40">
                <a:latin typeface="Lucida Sans Unicode"/>
                <a:cs typeface="Lucida Sans Unicode"/>
              </a:rPr>
              <a:t> </a:t>
            </a:r>
            <a:r>
              <a:rPr dirty="0" sz="1500" spc="85">
                <a:latin typeface="Lucida Sans Unicode"/>
                <a:cs typeface="Lucida Sans Unicode"/>
              </a:rPr>
              <a:t>and</a:t>
            </a:r>
            <a:r>
              <a:rPr dirty="0" sz="1500" spc="40">
                <a:latin typeface="Lucida Sans Unicode"/>
                <a:cs typeface="Lucida Sans Unicode"/>
              </a:rPr>
              <a:t> </a:t>
            </a:r>
            <a:r>
              <a:rPr dirty="0" sz="1500" spc="-20">
                <a:latin typeface="Lucida Sans Unicode"/>
                <a:cs typeface="Lucida Sans Unicode"/>
              </a:rPr>
              <a:t>gaps.</a:t>
            </a:r>
            <a:endParaRPr sz="1500">
              <a:latin typeface="Lucida Sans Unicode"/>
              <a:cs typeface="Lucida Sans Unicode"/>
            </a:endParaRPr>
          </a:p>
          <a:p>
            <a:pPr marL="238760" marR="5080">
              <a:lnSpc>
                <a:spcPct val="125000"/>
              </a:lnSpc>
            </a:pPr>
            <a:r>
              <a:rPr dirty="0" sz="1500" spc="10">
                <a:latin typeface="Lucida Sans Unicode"/>
                <a:cs typeface="Lucida Sans Unicode"/>
              </a:rPr>
              <a:t>Analyse</a:t>
            </a:r>
            <a:r>
              <a:rPr dirty="0" sz="1500" spc="2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trends</a:t>
            </a:r>
            <a:r>
              <a:rPr dirty="0" sz="1500" spc="2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over</a:t>
            </a:r>
            <a:r>
              <a:rPr dirty="0" sz="1500" spc="2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multiple</a:t>
            </a:r>
            <a:r>
              <a:rPr dirty="0" sz="1500" spc="25">
                <a:latin typeface="Lucida Sans Unicode"/>
                <a:cs typeface="Lucida Sans Unicode"/>
              </a:rPr>
              <a:t> </a:t>
            </a:r>
            <a:r>
              <a:rPr dirty="0" sz="1500" spc="55">
                <a:latin typeface="Lucida Sans Unicode"/>
                <a:cs typeface="Lucida Sans Unicode"/>
              </a:rPr>
              <a:t>years</a:t>
            </a:r>
            <a:r>
              <a:rPr dirty="0" sz="1500" spc="2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to</a:t>
            </a:r>
            <a:r>
              <a:rPr dirty="0" sz="1500" spc="20">
                <a:latin typeface="Lucida Sans Unicode"/>
                <a:cs typeface="Lucida Sans Unicode"/>
              </a:rPr>
              <a:t> </a:t>
            </a:r>
            <a:r>
              <a:rPr dirty="0" sz="1500" spc="10">
                <a:latin typeface="Lucida Sans Unicode"/>
                <a:cs typeface="Lucida Sans Unicode"/>
              </a:rPr>
              <a:t>understand</a:t>
            </a:r>
            <a:r>
              <a:rPr dirty="0" sz="1500" spc="2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growth </a:t>
            </a:r>
            <a:r>
              <a:rPr dirty="0" sz="1500">
                <a:latin typeface="Lucida Sans Unicode"/>
                <a:cs typeface="Lucida Sans Unicode"/>
              </a:rPr>
              <a:t>patterns</a:t>
            </a:r>
            <a:r>
              <a:rPr dirty="0" sz="1500" spc="3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in</a:t>
            </a:r>
            <a:r>
              <a:rPr dirty="0" sz="1500" spc="4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higher</a:t>
            </a:r>
            <a:r>
              <a:rPr dirty="0" sz="1500" spc="4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education.</a:t>
            </a:r>
            <a:endParaRPr sz="1500">
              <a:latin typeface="Lucida Sans Unicode"/>
              <a:cs typeface="Lucida Sans Unicode"/>
            </a:endParaRPr>
          </a:p>
          <a:p>
            <a:pPr marL="238760" marR="277495">
              <a:lnSpc>
                <a:spcPct val="120800"/>
              </a:lnSpc>
            </a:pPr>
            <a:r>
              <a:rPr dirty="0" sz="1500">
                <a:latin typeface="Lucida Sans Unicode"/>
                <a:cs typeface="Lucida Sans Unicode"/>
              </a:rPr>
              <a:t>Study</a:t>
            </a:r>
            <a:r>
              <a:rPr dirty="0" sz="1500" spc="9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specialisation-wise</a:t>
            </a:r>
            <a:r>
              <a:rPr dirty="0" sz="1500" spc="9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growth</a:t>
            </a:r>
            <a:r>
              <a:rPr dirty="0" sz="1500" spc="9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</a:t>
            </a:r>
            <a:r>
              <a:rPr dirty="0" sz="1500" spc="9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identify</a:t>
            </a:r>
            <a:r>
              <a:rPr dirty="0" sz="1500" spc="95">
                <a:latin typeface="Lucida Sans Unicode"/>
                <a:cs typeface="Lucida Sans Unicode"/>
              </a:rPr>
              <a:t> </a:t>
            </a:r>
            <a:r>
              <a:rPr dirty="0" sz="1500" spc="35">
                <a:latin typeface="Lucida Sans Unicode"/>
                <a:cs typeface="Lucida Sans Unicode"/>
              </a:rPr>
              <a:t>emerging </a:t>
            </a:r>
            <a:r>
              <a:rPr dirty="0" sz="1500" spc="105">
                <a:latin typeface="Lucida Sans Unicode"/>
                <a:cs typeface="Lucida Sans Unicode"/>
              </a:rPr>
              <a:t>academic</a:t>
            </a:r>
            <a:r>
              <a:rPr dirty="0" sz="1500" spc="-4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fields.</a:t>
            </a:r>
            <a:endParaRPr sz="1500">
              <a:latin typeface="Lucida Sans Unicode"/>
              <a:cs typeface="Lucida Sans Unicode"/>
            </a:endParaRPr>
          </a:p>
          <a:p>
            <a:pPr marL="238760" marR="135890">
              <a:lnSpc>
                <a:spcPct val="120800"/>
              </a:lnSpc>
              <a:spcBef>
                <a:spcPts val="5"/>
              </a:spcBef>
            </a:pPr>
            <a:r>
              <a:rPr dirty="0" sz="1500">
                <a:latin typeface="Lucida Sans Unicode"/>
                <a:cs typeface="Lucida Sans Unicode"/>
              </a:rPr>
              <a:t>Incorporate</a:t>
            </a:r>
            <a:r>
              <a:rPr dirty="0" sz="1500" spc="7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student</a:t>
            </a:r>
            <a:r>
              <a:rPr dirty="0" sz="1500" spc="7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enrolment,</a:t>
            </a:r>
            <a:r>
              <a:rPr dirty="0" sz="1500" spc="70">
                <a:latin typeface="Lucida Sans Unicode"/>
                <a:cs typeface="Lucida Sans Unicode"/>
              </a:rPr>
              <a:t> </a:t>
            </a:r>
            <a:r>
              <a:rPr dirty="0" sz="1500" spc="45">
                <a:latin typeface="Lucida Sans Unicode"/>
                <a:cs typeface="Lucida Sans Unicode"/>
              </a:rPr>
              <a:t>placement,</a:t>
            </a:r>
            <a:r>
              <a:rPr dirty="0" sz="1500" spc="7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faculty,</a:t>
            </a:r>
            <a:r>
              <a:rPr dirty="0" sz="1500" spc="70">
                <a:latin typeface="Lucida Sans Unicode"/>
                <a:cs typeface="Lucida Sans Unicode"/>
              </a:rPr>
              <a:t> </a:t>
            </a:r>
            <a:r>
              <a:rPr dirty="0" sz="1500" spc="60">
                <a:latin typeface="Lucida Sans Unicode"/>
                <a:cs typeface="Lucida Sans Unicode"/>
              </a:rPr>
              <a:t>and </a:t>
            </a:r>
            <a:r>
              <a:rPr dirty="0" sz="1500">
                <a:latin typeface="Lucida Sans Unicode"/>
                <a:cs typeface="Lucida Sans Unicode"/>
              </a:rPr>
              <a:t>infrastructure</a:t>
            </a:r>
            <a:r>
              <a:rPr dirty="0" sz="1500" spc="-30">
                <a:latin typeface="Lucida Sans Unicode"/>
                <a:cs typeface="Lucida Sans Unicode"/>
              </a:rPr>
              <a:t> </a:t>
            </a:r>
            <a:r>
              <a:rPr dirty="0" sz="1500" spc="100">
                <a:latin typeface="Lucida Sans Unicode"/>
                <a:cs typeface="Lucida Sans Unicode"/>
              </a:rPr>
              <a:t>data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-30">
                <a:latin typeface="Lucida Sans Unicode"/>
                <a:cs typeface="Lucida Sans Unicode"/>
              </a:rPr>
              <a:t>for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55">
                <a:latin typeface="Lucida Sans Unicode"/>
                <a:cs typeface="Lucida Sans Unicode"/>
              </a:rPr>
              <a:t>deeper</a:t>
            </a:r>
            <a:r>
              <a:rPr dirty="0" sz="1500" spc="-25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analysis.</a:t>
            </a:r>
            <a:endParaRPr sz="1500">
              <a:latin typeface="Lucida Sans Unicode"/>
              <a:cs typeface="Lucida Sans Unicode"/>
            </a:endParaRPr>
          </a:p>
          <a:p>
            <a:pPr marL="238760" marR="255904">
              <a:lnSpc>
                <a:spcPct val="120800"/>
              </a:lnSpc>
            </a:pPr>
            <a:r>
              <a:rPr dirty="0" sz="1500">
                <a:latin typeface="Lucida Sans Unicode"/>
                <a:cs typeface="Lucida Sans Unicode"/>
              </a:rPr>
              <a:t>Apply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 spc="100">
                <a:latin typeface="Lucida Sans Unicode"/>
                <a:cs typeface="Lucida Sans Unicode"/>
              </a:rPr>
              <a:t>advanced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 spc="55">
                <a:latin typeface="Lucida Sans Unicode"/>
                <a:cs typeface="Lucida Sans Unicode"/>
              </a:rPr>
              <a:t>Machine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Learning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models</a:t>
            </a:r>
            <a:r>
              <a:rPr dirty="0" sz="1500" spc="5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to</a:t>
            </a:r>
            <a:r>
              <a:rPr dirty="0" sz="1500" spc="10">
                <a:latin typeface="Lucida Sans Unicode"/>
                <a:cs typeface="Lucida Sans Unicode"/>
              </a:rPr>
              <a:t> </a:t>
            </a:r>
            <a:r>
              <a:rPr dirty="0" sz="1500" spc="-10">
                <a:latin typeface="Lucida Sans Unicode"/>
                <a:cs typeface="Lucida Sans Unicode"/>
              </a:rPr>
              <a:t>improve </a:t>
            </a:r>
            <a:r>
              <a:rPr dirty="0" sz="1500">
                <a:latin typeface="Lucida Sans Unicode"/>
                <a:cs typeface="Lucida Sans Unicode"/>
              </a:rPr>
              <a:t>forecasting</a:t>
            </a:r>
            <a:r>
              <a:rPr dirty="0" sz="1500" spc="285">
                <a:latin typeface="Lucida Sans Unicode"/>
                <a:cs typeface="Lucida Sans Unicode"/>
              </a:rPr>
              <a:t> </a:t>
            </a:r>
            <a:r>
              <a:rPr dirty="0" sz="1500" spc="60">
                <a:latin typeface="Lucida Sans Unicode"/>
                <a:cs typeface="Lucida Sans Unicode"/>
              </a:rPr>
              <a:t>accuracy.</a:t>
            </a:r>
            <a:endParaRPr sz="1500">
              <a:latin typeface="Lucida Sans Unicode"/>
              <a:cs typeface="Lucida Sans Unicode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686232" y="7583355"/>
            <a:ext cx="667298" cy="818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Abhishek Kumar Patel</dc:creator>
  <cp:keywords>DAHBpE2YVIA,BAHBmKh-hlw,0</cp:keywords>
  <dc:title>SectionD_Group1_PrivatisationTrendPPT</dc:title>
  <dcterms:created xsi:type="dcterms:W3CDTF">2026-02-18T17:35:24Z</dcterms:created>
  <dcterms:modified xsi:type="dcterms:W3CDTF">2026-02-18T17:35:24Z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2026-02-18T00:00:00Z</vt:filetime>
  </property>
  <property fmtid="{D5CDD505-2E9C-101B-9397-08002B2CF9AE}" pid="5" name="Producer">
    <vt:lpwstr>iLovePDF</vt:lpwstr>
  </property>
</Properties>
</file>